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29"/>
  </p:notesMasterIdLst>
  <p:sldIdLst>
    <p:sldId id="256" r:id="rId2"/>
    <p:sldId id="274" r:id="rId3"/>
    <p:sldId id="257" r:id="rId4"/>
    <p:sldId id="258" r:id="rId5"/>
    <p:sldId id="262" r:id="rId6"/>
    <p:sldId id="263" r:id="rId7"/>
    <p:sldId id="260" r:id="rId8"/>
    <p:sldId id="265" r:id="rId9"/>
    <p:sldId id="289" r:id="rId10"/>
    <p:sldId id="290" r:id="rId11"/>
    <p:sldId id="291" r:id="rId12"/>
    <p:sldId id="292" r:id="rId13"/>
    <p:sldId id="284" r:id="rId14"/>
    <p:sldId id="285" r:id="rId15"/>
    <p:sldId id="276" r:id="rId16"/>
    <p:sldId id="277" r:id="rId17"/>
    <p:sldId id="278" r:id="rId18"/>
    <p:sldId id="279" r:id="rId19"/>
    <p:sldId id="281" r:id="rId20"/>
    <p:sldId id="282" r:id="rId21"/>
    <p:sldId id="283" r:id="rId22"/>
    <p:sldId id="288" r:id="rId23"/>
    <p:sldId id="293" r:id="rId24"/>
    <p:sldId id="294" r:id="rId25"/>
    <p:sldId id="295" r:id="rId26"/>
    <p:sldId id="287" r:id="rId27"/>
    <p:sldId id="272" r:id="rId28"/>
  </p:sldIdLst>
  <p:sldSz cx="18288000" cy="10287000"/>
  <p:notesSz cx="6858000" cy="9144000"/>
  <p:embeddedFontLst>
    <p:embeddedFont>
      <p:font typeface="Anton" pitchFamily="2"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9A5AA10-3A25-4EA3-978B-3A31D7DCFE23}">
          <p14:sldIdLst>
            <p14:sldId id="256"/>
            <p14:sldId id="274"/>
            <p14:sldId id="257"/>
            <p14:sldId id="258"/>
            <p14:sldId id="262"/>
            <p14:sldId id="263"/>
            <p14:sldId id="260"/>
            <p14:sldId id="265"/>
            <p14:sldId id="289"/>
            <p14:sldId id="290"/>
            <p14:sldId id="291"/>
            <p14:sldId id="292"/>
            <p14:sldId id="284"/>
            <p14:sldId id="285"/>
            <p14:sldId id="276"/>
            <p14:sldId id="277"/>
            <p14:sldId id="278"/>
            <p14:sldId id="279"/>
            <p14:sldId id="281"/>
            <p14:sldId id="282"/>
            <p14:sldId id="283"/>
            <p14:sldId id="288"/>
            <p14:sldId id="293"/>
            <p14:sldId id="294"/>
            <p14:sldId id="295"/>
            <p14:sldId id="287"/>
            <p14:sldId id="272"/>
          </p14:sldIdLst>
        </p14:section>
      </p14:sectionLst>
    </p:ex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36B"/>
    <a:srgbClr val="ED7843"/>
    <a:srgbClr val="393A3F"/>
    <a:srgbClr val="948BEB"/>
    <a:srgbClr val="F3D0D2"/>
    <a:srgbClr val="5EC9CC"/>
    <a:srgbClr val="FF4F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443F0F-5761-B4E8-94D8-E1340E5BFC24}" v="706" dt="2024-10-27T21:29:36.244"/>
    <p1510:client id="{2D4D3255-B6BA-4C03-BF61-67A044ACEB92}" v="157" dt="2024-10-27T22:17:28.111"/>
    <p1510:client id="{47FB7641-2ECA-477E-8D54-BB4D17FAE828}" v="9" dt="2024-10-28T02:54:15.250"/>
    <p1510:client id="{5AE3CF5F-8EFE-EB93-379C-BC2B69391F61}" v="250" dt="2024-10-28T02:37:01.959"/>
    <p1510:client id="{6EB383E2-AB7D-F34D-A847-7A785E7DC5FF}" v="39" dt="2024-10-27T19:16:21.168"/>
    <p1510:client id="{79A8FBF8-59DD-1F49-5806-BA02ACCFE3C0}" v="21" dt="2024-10-27T19:35:18.263"/>
    <p1510:client id="{B50AE9E0-F59A-48A9-E1A4-754F12B7938C}" v="108" dt="2024-10-28T00:51:53.889"/>
    <p1510:client id="{BCEBC65E-9BBD-4791-892A-47FC1A3AE786}" v="355" dt="2024-10-28T00:37:05.766"/>
    <p1510:client id="{BE12AC1B-9884-439D-AC32-05D1365108E7}" v="4" dt="2024-10-27T19:23:05.331"/>
    <p1510:client id="{E25F7614-D34A-409E-9C77-202F916C5AC9}" v="187" dt="2024-10-27T21:50:49.096"/>
    <p1510:client id="{EEF43C68-7DBA-4E5B-B732-4A6438A77DDA}" v="205" dt="2024-10-27T23:12:37.483"/>
    <p1510:client id="{F1124030-0CE8-4624-A4A9-FE163CA5E046}" v="642" dt="2024-10-27T22:49:08.736"/>
    <p1510:client id="{F33EA588-90E2-A75D-21D2-2326DA489DE9}" v="257" dt="2024-10-27T19:07:01.352"/>
    <p1510:client id="{F3449341-FA88-5CEF-BFAF-2E0EE3B1CD04}" v="1" dt="2024-10-27T19:46:09.343"/>
    <p1510:client id="{F8632013-5E60-4968-A9CF-C62B35E96757}" v="101" dt="2024-10-27T20:17:02.990"/>
    <p1510:client id="{F8FA73A3-537B-4749-9F35-D277F7945D81}" v="29" dt="2024-10-27T21:57:03.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3" name="Google Shape;18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0" name="Google Shape;54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7" name="Google Shape;62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5" name="Google Shape;9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9" name="Google Shape;9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1" name="Google Shape;11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8403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6969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810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1187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8" name="Google Shape;168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
          <p:cNvSpPr txBox="1">
            <a:spLocks noGrp="1"/>
          </p:cNvSpPr>
          <p:nvPr>
            <p:ph type="ctrTitle"/>
          </p:nvPr>
        </p:nvSpPr>
        <p:spPr>
          <a:xfrm>
            <a:off x="614350" y="2454275"/>
            <a:ext cx="16557000" cy="1470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3"/>
          <p:cNvSpPr txBox="1">
            <a:spLocks noGrp="1"/>
          </p:cNvSpPr>
          <p:nvPr>
            <p:ph type="subTitle" idx="1"/>
          </p:nvPr>
        </p:nvSpPr>
        <p:spPr>
          <a:xfrm>
            <a:off x="4491025" y="56245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SzPts val="1500"/>
              <a:buNone/>
              <a:defRPr/>
            </a:lvl1pPr>
            <a:lvl2pPr lvl="1" algn="ctr">
              <a:spcBef>
                <a:spcPts val="560"/>
              </a:spcBef>
              <a:spcAft>
                <a:spcPts val="0"/>
              </a:spcAft>
              <a:buSzPts val="2800"/>
              <a:buNone/>
              <a:defRPr/>
            </a:lvl2pPr>
            <a:lvl3pPr lvl="2" algn="ctr">
              <a:spcBef>
                <a:spcPts val="480"/>
              </a:spcBef>
              <a:spcAft>
                <a:spcPts val="0"/>
              </a:spcAft>
              <a:buSzPts val="2400"/>
              <a:buNone/>
              <a:defRPr/>
            </a:lvl3pPr>
            <a:lvl4pPr lvl="3" algn="ctr">
              <a:spcBef>
                <a:spcPts val="400"/>
              </a:spcBef>
              <a:spcAft>
                <a:spcPts val="0"/>
              </a:spcAft>
              <a:buSzPts val="2000"/>
              <a:buNone/>
              <a:defRPr/>
            </a:lvl4pPr>
            <a:lvl5pPr lvl="4" algn="ctr">
              <a:spcBef>
                <a:spcPts val="400"/>
              </a:spcBef>
              <a:spcAft>
                <a:spcPts val="0"/>
              </a:spcAft>
              <a:buSzPts val="2000"/>
              <a:buNone/>
              <a:defRPr/>
            </a:lvl5pPr>
            <a:lvl6pPr lvl="5" algn="ctr">
              <a:spcBef>
                <a:spcPts val="400"/>
              </a:spcBef>
              <a:spcAft>
                <a:spcPts val="0"/>
              </a:spcAft>
              <a:buSzPts val="2000"/>
              <a:buNone/>
              <a:defRPr/>
            </a:lvl6pPr>
            <a:lvl7pPr lvl="6" algn="ctr">
              <a:spcBef>
                <a:spcPts val="400"/>
              </a:spcBef>
              <a:spcAft>
                <a:spcPts val="0"/>
              </a:spcAft>
              <a:buSzPts val="2000"/>
              <a:buNone/>
              <a:defRPr/>
            </a:lvl7pPr>
            <a:lvl8pPr lvl="7" algn="ctr">
              <a:spcBef>
                <a:spcPts val="400"/>
              </a:spcBef>
              <a:spcAft>
                <a:spcPts val="0"/>
              </a:spcAft>
              <a:buSzPts val="2000"/>
              <a:buNone/>
              <a:defRPr/>
            </a:lvl8pPr>
            <a:lvl9pPr lvl="8" algn="ctr">
              <a:spcBef>
                <a:spcPts val="400"/>
              </a:spcBef>
              <a:spcAft>
                <a:spcPts val="0"/>
              </a:spcAft>
              <a:buSzPts val="2000"/>
              <a:buNone/>
              <a:defRPr/>
            </a:lvl9pPr>
          </a:lstStyle>
          <a:p>
            <a:endParaRPr/>
          </a:p>
        </p:txBody>
      </p:sp>
      <p:grpSp>
        <p:nvGrpSpPr>
          <p:cNvPr id="12" name="Google Shape;12;p3"/>
          <p:cNvGrpSpPr/>
          <p:nvPr/>
        </p:nvGrpSpPr>
        <p:grpSpPr>
          <a:xfrm>
            <a:off x="11999778" y="8704662"/>
            <a:ext cx="5851052" cy="1310243"/>
            <a:chOff x="2" y="-564"/>
            <a:chExt cx="7801403" cy="1746991"/>
          </a:xfrm>
        </p:grpSpPr>
        <p:grpSp>
          <p:nvGrpSpPr>
            <p:cNvPr id="13" name="Google Shape;13;p3"/>
            <p:cNvGrpSpPr/>
            <p:nvPr/>
          </p:nvGrpSpPr>
          <p:grpSpPr>
            <a:xfrm rot="10800000">
              <a:off x="5628043" y="1225496"/>
              <a:ext cx="2173362" cy="520931"/>
              <a:chOff x="0" y="-47625"/>
              <a:chExt cx="429306" cy="102900"/>
            </a:xfrm>
          </p:grpSpPr>
          <p:sp>
            <p:nvSpPr>
              <p:cNvPr id="14" name="Google Shape;14;p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 name="Google Shape;16;p3"/>
            <p:cNvGrpSpPr/>
            <p:nvPr/>
          </p:nvGrpSpPr>
          <p:grpSpPr>
            <a:xfrm rot="10800000">
              <a:off x="3056329" y="1225496"/>
              <a:ext cx="2173362" cy="520931"/>
              <a:chOff x="0" y="-47625"/>
              <a:chExt cx="429306" cy="102900"/>
            </a:xfrm>
          </p:grpSpPr>
          <p:sp>
            <p:nvSpPr>
              <p:cNvPr id="17" name="Google Shape;17;p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 name="Google Shape;19;p3"/>
            <p:cNvGrpSpPr/>
            <p:nvPr/>
          </p:nvGrpSpPr>
          <p:grpSpPr>
            <a:xfrm rot="10800000">
              <a:off x="4282710" y="409333"/>
              <a:ext cx="2173362" cy="520931"/>
              <a:chOff x="0" y="-47625"/>
              <a:chExt cx="429306" cy="102900"/>
            </a:xfrm>
          </p:grpSpPr>
          <p:sp>
            <p:nvSpPr>
              <p:cNvPr id="20" name="Google Shape;20;p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 name="Google Shape;22;p3"/>
            <p:cNvGrpSpPr/>
            <p:nvPr/>
          </p:nvGrpSpPr>
          <p:grpSpPr>
            <a:xfrm rot="10800000">
              <a:off x="1969648" y="420756"/>
              <a:ext cx="2173362" cy="520931"/>
              <a:chOff x="0" y="-47625"/>
              <a:chExt cx="429306" cy="102900"/>
            </a:xfrm>
          </p:grpSpPr>
          <p:sp>
            <p:nvSpPr>
              <p:cNvPr id="23" name="Google Shape;23;p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 name="Google Shape;25;p3"/>
            <p:cNvGrpSpPr/>
            <p:nvPr/>
          </p:nvGrpSpPr>
          <p:grpSpPr>
            <a:xfrm rot="10800000">
              <a:off x="1295727" y="1225496"/>
              <a:ext cx="1191034" cy="520931"/>
              <a:chOff x="0" y="-47625"/>
              <a:chExt cx="235266" cy="102900"/>
            </a:xfrm>
          </p:grpSpPr>
          <p:sp>
            <p:nvSpPr>
              <p:cNvPr id="26" name="Google Shape;26;p3"/>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 name="Google Shape;28;p3"/>
            <p:cNvGrpSpPr/>
            <p:nvPr/>
          </p:nvGrpSpPr>
          <p:grpSpPr>
            <a:xfrm rot="10800000">
              <a:off x="2" y="420756"/>
              <a:ext cx="1191034" cy="520931"/>
              <a:chOff x="0" y="-47625"/>
              <a:chExt cx="235266" cy="102900"/>
            </a:xfrm>
          </p:grpSpPr>
          <p:sp>
            <p:nvSpPr>
              <p:cNvPr id="29" name="Google Shape;29;p3"/>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 name="Google Shape;31;p3"/>
            <p:cNvGrpSpPr/>
            <p:nvPr/>
          </p:nvGrpSpPr>
          <p:grpSpPr>
            <a:xfrm rot="10800000">
              <a:off x="6598555" y="420693"/>
              <a:ext cx="1202850" cy="498150"/>
              <a:chOff x="0" y="-47625"/>
              <a:chExt cx="237600" cy="98400"/>
            </a:xfrm>
          </p:grpSpPr>
          <p:sp>
            <p:nvSpPr>
              <p:cNvPr id="32" name="Google Shape;32;p3"/>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 name="Google Shape;34;p3"/>
            <p:cNvGrpSpPr/>
            <p:nvPr/>
          </p:nvGrpSpPr>
          <p:grpSpPr>
            <a:xfrm rot="10800000">
              <a:off x="3423956" y="819231"/>
              <a:ext cx="4377448" cy="520931"/>
              <a:chOff x="0" y="-47625"/>
              <a:chExt cx="864681" cy="102900"/>
            </a:xfrm>
          </p:grpSpPr>
          <p:sp>
            <p:nvSpPr>
              <p:cNvPr id="35" name="Google Shape;35;p3"/>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 name="Google Shape;37;p3"/>
            <p:cNvGrpSpPr/>
            <p:nvPr/>
          </p:nvGrpSpPr>
          <p:grpSpPr>
            <a:xfrm rot="10800000">
              <a:off x="3423956" y="-564"/>
              <a:ext cx="4377448" cy="520931"/>
              <a:chOff x="0" y="-47625"/>
              <a:chExt cx="864681" cy="102900"/>
            </a:xfrm>
          </p:grpSpPr>
          <p:sp>
            <p:nvSpPr>
              <p:cNvPr id="38" name="Google Shape;38;p3"/>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0" name="Google Shape;40;p3"/>
          <p:cNvGrpSpPr/>
          <p:nvPr/>
        </p:nvGrpSpPr>
        <p:grpSpPr>
          <a:xfrm rot="2821244">
            <a:off x="16959832" y="165852"/>
            <a:ext cx="1057608" cy="1194515"/>
            <a:chOff x="-95789" y="-89371"/>
            <a:chExt cx="1410145" cy="1592687"/>
          </a:xfrm>
        </p:grpSpPr>
        <p:grpSp>
          <p:nvGrpSpPr>
            <p:cNvPr id="41" name="Google Shape;41;p3"/>
            <p:cNvGrpSpPr/>
            <p:nvPr/>
          </p:nvGrpSpPr>
          <p:grpSpPr>
            <a:xfrm rot="-2821068">
              <a:off x="134816" y="282908"/>
              <a:ext cx="943563" cy="1040889"/>
              <a:chOff x="0" y="-47625"/>
              <a:chExt cx="343200" cy="378600"/>
            </a:xfrm>
          </p:grpSpPr>
          <p:sp>
            <p:nvSpPr>
              <p:cNvPr id="42" name="Google Shape;42;p3"/>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 name="Google Shape;44;p3"/>
            <p:cNvGrpSpPr/>
            <p:nvPr/>
          </p:nvGrpSpPr>
          <p:grpSpPr>
            <a:xfrm rot="-2821068">
              <a:off x="140189" y="90147"/>
              <a:ext cx="943563" cy="1040889"/>
              <a:chOff x="0" y="-47625"/>
              <a:chExt cx="343200" cy="378600"/>
            </a:xfrm>
          </p:grpSpPr>
          <p:sp>
            <p:nvSpPr>
              <p:cNvPr id="45" name="Google Shape;45;p3"/>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 name="Google Shape;47;p3"/>
            <p:cNvGrpSpPr/>
            <p:nvPr/>
          </p:nvGrpSpPr>
          <p:grpSpPr>
            <a:xfrm>
              <a:off x="625032" y="253444"/>
              <a:ext cx="69946" cy="699550"/>
              <a:chOff x="0" y="-47625"/>
              <a:chExt cx="31856" cy="318600"/>
            </a:xfrm>
          </p:grpSpPr>
          <p:sp>
            <p:nvSpPr>
              <p:cNvPr id="48" name="Google Shape;48;p3"/>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 name="Google Shape;50;p3"/>
            <p:cNvGrpSpPr/>
            <p:nvPr/>
          </p:nvGrpSpPr>
          <p:grpSpPr>
            <a:xfrm rot="5400000">
              <a:off x="675978" y="305678"/>
              <a:ext cx="72520" cy="699550"/>
              <a:chOff x="0" y="-47625"/>
              <a:chExt cx="33028" cy="318600"/>
            </a:xfrm>
          </p:grpSpPr>
          <p:sp>
            <p:nvSpPr>
              <p:cNvPr id="51" name="Google Shape;51;p3"/>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53" name="Google Shape;53;p3"/>
          <p:cNvSpPr/>
          <p:nvPr/>
        </p:nvSpPr>
        <p:spPr>
          <a:xfrm>
            <a:off x="9692551" y="7638170"/>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p4"/>
          <p:cNvSpPr txBox="1">
            <a:spLocks noGrp="1"/>
          </p:cNvSpPr>
          <p:nvPr>
            <p:ph type="title"/>
          </p:nvPr>
        </p:nvSpPr>
        <p:spPr>
          <a:xfrm>
            <a:off x="655875" y="2637975"/>
            <a:ext cx="165000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
          <p:cNvSpPr txBox="1">
            <a:spLocks noGrp="1"/>
          </p:cNvSpPr>
          <p:nvPr>
            <p:ph type="body" idx="1"/>
          </p:nvPr>
        </p:nvSpPr>
        <p:spPr>
          <a:xfrm>
            <a:off x="1981225" y="5942025"/>
            <a:ext cx="6927300" cy="29850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57" name="Google Shape;57;p4"/>
          <p:cNvGrpSpPr/>
          <p:nvPr/>
        </p:nvGrpSpPr>
        <p:grpSpPr>
          <a:xfrm>
            <a:off x="11999778" y="8704662"/>
            <a:ext cx="5851052" cy="1310243"/>
            <a:chOff x="2" y="-564"/>
            <a:chExt cx="7801403" cy="1746991"/>
          </a:xfrm>
        </p:grpSpPr>
        <p:grpSp>
          <p:nvGrpSpPr>
            <p:cNvPr id="58" name="Google Shape;58;p4"/>
            <p:cNvGrpSpPr/>
            <p:nvPr/>
          </p:nvGrpSpPr>
          <p:grpSpPr>
            <a:xfrm rot="10800000">
              <a:off x="5628043" y="1225496"/>
              <a:ext cx="2173362" cy="520931"/>
              <a:chOff x="0" y="-47625"/>
              <a:chExt cx="429306" cy="102900"/>
            </a:xfrm>
          </p:grpSpPr>
          <p:sp>
            <p:nvSpPr>
              <p:cNvPr id="59" name="Google Shape;59;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 name="Google Shape;61;p4"/>
            <p:cNvGrpSpPr/>
            <p:nvPr/>
          </p:nvGrpSpPr>
          <p:grpSpPr>
            <a:xfrm rot="10800000">
              <a:off x="3056329" y="1225496"/>
              <a:ext cx="2173362" cy="520931"/>
              <a:chOff x="0" y="-47625"/>
              <a:chExt cx="429306" cy="102900"/>
            </a:xfrm>
          </p:grpSpPr>
          <p:sp>
            <p:nvSpPr>
              <p:cNvPr id="62" name="Google Shape;62;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 name="Google Shape;64;p4"/>
            <p:cNvGrpSpPr/>
            <p:nvPr/>
          </p:nvGrpSpPr>
          <p:grpSpPr>
            <a:xfrm rot="10800000">
              <a:off x="4282710" y="409333"/>
              <a:ext cx="2173362" cy="520931"/>
              <a:chOff x="0" y="-47625"/>
              <a:chExt cx="429306" cy="102900"/>
            </a:xfrm>
          </p:grpSpPr>
          <p:sp>
            <p:nvSpPr>
              <p:cNvPr id="65" name="Google Shape;65;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 name="Google Shape;67;p4"/>
            <p:cNvGrpSpPr/>
            <p:nvPr/>
          </p:nvGrpSpPr>
          <p:grpSpPr>
            <a:xfrm rot="10800000">
              <a:off x="1969648" y="420756"/>
              <a:ext cx="2173362" cy="520931"/>
              <a:chOff x="0" y="-47625"/>
              <a:chExt cx="429306" cy="102900"/>
            </a:xfrm>
          </p:grpSpPr>
          <p:sp>
            <p:nvSpPr>
              <p:cNvPr id="68" name="Google Shape;68;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0" name="Google Shape;70;p4"/>
            <p:cNvGrpSpPr/>
            <p:nvPr/>
          </p:nvGrpSpPr>
          <p:grpSpPr>
            <a:xfrm rot="10800000">
              <a:off x="1295727" y="1225496"/>
              <a:ext cx="1191034" cy="520931"/>
              <a:chOff x="0" y="-47625"/>
              <a:chExt cx="235266" cy="102900"/>
            </a:xfrm>
          </p:grpSpPr>
          <p:sp>
            <p:nvSpPr>
              <p:cNvPr id="71" name="Google Shape;71;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3" name="Google Shape;73;p4"/>
            <p:cNvGrpSpPr/>
            <p:nvPr/>
          </p:nvGrpSpPr>
          <p:grpSpPr>
            <a:xfrm rot="10800000">
              <a:off x="2" y="420756"/>
              <a:ext cx="1191034" cy="520931"/>
              <a:chOff x="0" y="-47625"/>
              <a:chExt cx="235266" cy="102900"/>
            </a:xfrm>
          </p:grpSpPr>
          <p:sp>
            <p:nvSpPr>
              <p:cNvPr id="74" name="Google Shape;74;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 name="Google Shape;76;p4"/>
            <p:cNvGrpSpPr/>
            <p:nvPr/>
          </p:nvGrpSpPr>
          <p:grpSpPr>
            <a:xfrm rot="10800000">
              <a:off x="6598555" y="420693"/>
              <a:ext cx="1202850" cy="498150"/>
              <a:chOff x="0" y="-47625"/>
              <a:chExt cx="237600" cy="98400"/>
            </a:xfrm>
          </p:grpSpPr>
          <p:sp>
            <p:nvSpPr>
              <p:cNvPr id="77" name="Google Shape;77;p4"/>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 name="Google Shape;79;p4"/>
            <p:cNvGrpSpPr/>
            <p:nvPr/>
          </p:nvGrpSpPr>
          <p:grpSpPr>
            <a:xfrm rot="10800000">
              <a:off x="3423956" y="819231"/>
              <a:ext cx="4377448" cy="520931"/>
              <a:chOff x="0" y="-47625"/>
              <a:chExt cx="864681" cy="102900"/>
            </a:xfrm>
          </p:grpSpPr>
          <p:sp>
            <p:nvSpPr>
              <p:cNvPr id="80" name="Google Shape;80;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 name="Google Shape;82;p4"/>
            <p:cNvGrpSpPr/>
            <p:nvPr/>
          </p:nvGrpSpPr>
          <p:grpSpPr>
            <a:xfrm rot="10800000">
              <a:off x="3423956" y="-564"/>
              <a:ext cx="4377448" cy="520931"/>
              <a:chOff x="0" y="-47625"/>
              <a:chExt cx="864681" cy="102900"/>
            </a:xfrm>
          </p:grpSpPr>
          <p:sp>
            <p:nvSpPr>
              <p:cNvPr id="83" name="Google Shape;83;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5" name="Google Shape;85;p4"/>
          <p:cNvGrpSpPr/>
          <p:nvPr/>
        </p:nvGrpSpPr>
        <p:grpSpPr>
          <a:xfrm>
            <a:off x="503084" y="428766"/>
            <a:ext cx="5851052" cy="1310243"/>
            <a:chOff x="2" y="-564"/>
            <a:chExt cx="7801403" cy="1746991"/>
          </a:xfrm>
        </p:grpSpPr>
        <p:grpSp>
          <p:nvGrpSpPr>
            <p:cNvPr id="86" name="Google Shape;86;p4"/>
            <p:cNvGrpSpPr/>
            <p:nvPr/>
          </p:nvGrpSpPr>
          <p:grpSpPr>
            <a:xfrm rot="10800000">
              <a:off x="5628043" y="1225496"/>
              <a:ext cx="2173362" cy="520931"/>
              <a:chOff x="0" y="-47625"/>
              <a:chExt cx="429306" cy="102900"/>
            </a:xfrm>
          </p:grpSpPr>
          <p:sp>
            <p:nvSpPr>
              <p:cNvPr id="87" name="Google Shape;87;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9" name="Google Shape;89;p4"/>
            <p:cNvGrpSpPr/>
            <p:nvPr/>
          </p:nvGrpSpPr>
          <p:grpSpPr>
            <a:xfrm rot="10800000">
              <a:off x="3056329" y="1225496"/>
              <a:ext cx="2173362" cy="520931"/>
              <a:chOff x="0" y="-47625"/>
              <a:chExt cx="429306" cy="102900"/>
            </a:xfrm>
          </p:grpSpPr>
          <p:sp>
            <p:nvSpPr>
              <p:cNvPr id="90" name="Google Shape;90;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2" name="Google Shape;92;p4"/>
            <p:cNvGrpSpPr/>
            <p:nvPr/>
          </p:nvGrpSpPr>
          <p:grpSpPr>
            <a:xfrm rot="10800000">
              <a:off x="4282710" y="409333"/>
              <a:ext cx="2173362" cy="520931"/>
              <a:chOff x="0" y="-47625"/>
              <a:chExt cx="429306" cy="102900"/>
            </a:xfrm>
          </p:grpSpPr>
          <p:sp>
            <p:nvSpPr>
              <p:cNvPr id="93" name="Google Shape;93;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5" name="Google Shape;95;p4"/>
            <p:cNvGrpSpPr/>
            <p:nvPr/>
          </p:nvGrpSpPr>
          <p:grpSpPr>
            <a:xfrm rot="10800000">
              <a:off x="1969648" y="420756"/>
              <a:ext cx="2173362" cy="520931"/>
              <a:chOff x="0" y="-47625"/>
              <a:chExt cx="429306" cy="102900"/>
            </a:xfrm>
          </p:grpSpPr>
          <p:sp>
            <p:nvSpPr>
              <p:cNvPr id="96" name="Google Shape;96;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 name="Google Shape;98;p4"/>
            <p:cNvGrpSpPr/>
            <p:nvPr/>
          </p:nvGrpSpPr>
          <p:grpSpPr>
            <a:xfrm rot="10800000">
              <a:off x="1295727" y="1225496"/>
              <a:ext cx="1191034" cy="520931"/>
              <a:chOff x="0" y="-47625"/>
              <a:chExt cx="235266" cy="102900"/>
            </a:xfrm>
          </p:grpSpPr>
          <p:sp>
            <p:nvSpPr>
              <p:cNvPr id="99" name="Google Shape;99;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1" name="Google Shape;101;p4"/>
            <p:cNvGrpSpPr/>
            <p:nvPr/>
          </p:nvGrpSpPr>
          <p:grpSpPr>
            <a:xfrm rot="10800000">
              <a:off x="2" y="420756"/>
              <a:ext cx="1191034" cy="520931"/>
              <a:chOff x="0" y="-47625"/>
              <a:chExt cx="235266" cy="102900"/>
            </a:xfrm>
          </p:grpSpPr>
          <p:sp>
            <p:nvSpPr>
              <p:cNvPr id="102" name="Google Shape;102;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 name="Google Shape;104;p4"/>
            <p:cNvGrpSpPr/>
            <p:nvPr/>
          </p:nvGrpSpPr>
          <p:grpSpPr>
            <a:xfrm rot="10800000">
              <a:off x="6598555" y="420693"/>
              <a:ext cx="1202850" cy="498150"/>
              <a:chOff x="0" y="-47625"/>
              <a:chExt cx="237600" cy="98400"/>
            </a:xfrm>
          </p:grpSpPr>
          <p:sp>
            <p:nvSpPr>
              <p:cNvPr id="105" name="Google Shape;105;p4"/>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 name="Google Shape;107;p4"/>
            <p:cNvGrpSpPr/>
            <p:nvPr/>
          </p:nvGrpSpPr>
          <p:grpSpPr>
            <a:xfrm rot="10800000">
              <a:off x="3423956" y="819231"/>
              <a:ext cx="4377448" cy="520931"/>
              <a:chOff x="0" y="-47625"/>
              <a:chExt cx="864681" cy="102900"/>
            </a:xfrm>
          </p:grpSpPr>
          <p:sp>
            <p:nvSpPr>
              <p:cNvPr id="108" name="Google Shape;108;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4"/>
            <p:cNvGrpSpPr/>
            <p:nvPr/>
          </p:nvGrpSpPr>
          <p:grpSpPr>
            <a:xfrm rot="10800000">
              <a:off x="3423956" y="-564"/>
              <a:ext cx="4377448" cy="520931"/>
              <a:chOff x="0" y="-47625"/>
              <a:chExt cx="864681" cy="102900"/>
            </a:xfrm>
          </p:grpSpPr>
          <p:sp>
            <p:nvSpPr>
              <p:cNvPr id="111" name="Google Shape;111;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13" name="Google Shape;113;p4"/>
          <p:cNvGrpSpPr/>
          <p:nvPr/>
        </p:nvGrpSpPr>
        <p:grpSpPr>
          <a:xfrm rot="2821244">
            <a:off x="16959832" y="165852"/>
            <a:ext cx="1057608" cy="1194515"/>
            <a:chOff x="-95789" y="-89371"/>
            <a:chExt cx="1410145" cy="1592687"/>
          </a:xfrm>
        </p:grpSpPr>
        <p:grpSp>
          <p:nvGrpSpPr>
            <p:cNvPr id="114" name="Google Shape;114;p4"/>
            <p:cNvGrpSpPr/>
            <p:nvPr/>
          </p:nvGrpSpPr>
          <p:grpSpPr>
            <a:xfrm rot="-2821068">
              <a:off x="134816" y="282908"/>
              <a:ext cx="943563" cy="1040889"/>
              <a:chOff x="0" y="-47625"/>
              <a:chExt cx="343200" cy="378600"/>
            </a:xfrm>
          </p:grpSpPr>
          <p:sp>
            <p:nvSpPr>
              <p:cNvPr id="115" name="Google Shape;115;p4"/>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7" name="Google Shape;117;p4"/>
            <p:cNvGrpSpPr/>
            <p:nvPr/>
          </p:nvGrpSpPr>
          <p:grpSpPr>
            <a:xfrm rot="-2821068">
              <a:off x="140189" y="90147"/>
              <a:ext cx="943563" cy="1040889"/>
              <a:chOff x="0" y="-47625"/>
              <a:chExt cx="343200" cy="378600"/>
            </a:xfrm>
          </p:grpSpPr>
          <p:sp>
            <p:nvSpPr>
              <p:cNvPr id="118" name="Google Shape;118;p4"/>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4"/>
            <p:cNvGrpSpPr/>
            <p:nvPr/>
          </p:nvGrpSpPr>
          <p:grpSpPr>
            <a:xfrm>
              <a:off x="625032" y="253444"/>
              <a:ext cx="69946" cy="699550"/>
              <a:chOff x="0" y="-47625"/>
              <a:chExt cx="31856" cy="318600"/>
            </a:xfrm>
          </p:grpSpPr>
          <p:sp>
            <p:nvSpPr>
              <p:cNvPr id="121" name="Google Shape;121;p4"/>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4"/>
            <p:cNvGrpSpPr/>
            <p:nvPr/>
          </p:nvGrpSpPr>
          <p:grpSpPr>
            <a:xfrm rot="5400000">
              <a:off x="675978" y="305678"/>
              <a:ext cx="72520" cy="699550"/>
              <a:chOff x="0" y="-47625"/>
              <a:chExt cx="33028" cy="318600"/>
            </a:xfrm>
          </p:grpSpPr>
          <p:sp>
            <p:nvSpPr>
              <p:cNvPr id="124" name="Google Shape;124;p4"/>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740850" y="1382675"/>
            <a:ext cx="168063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12500"/>
              <a:buNone/>
              <a:defRPr cap="none"/>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a:endParaRPr/>
          </a:p>
        </p:txBody>
      </p:sp>
      <p:sp>
        <p:nvSpPr>
          <p:cNvPr id="128" name="Google Shape;128;p5"/>
          <p:cNvSpPr txBox="1">
            <a:spLocks noGrp="1"/>
          </p:cNvSpPr>
          <p:nvPr>
            <p:ph type="body" idx="1"/>
          </p:nvPr>
        </p:nvSpPr>
        <p:spPr>
          <a:xfrm>
            <a:off x="2579688" y="659766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1500"/>
              <a:buNone/>
              <a:defRPr/>
            </a:lvl1pPr>
            <a:lvl2pPr marL="914400" lvl="1" indent="-228600" algn="l">
              <a:spcBef>
                <a:spcPts val="360"/>
              </a:spcBef>
              <a:spcAft>
                <a:spcPts val="0"/>
              </a:spcAft>
              <a:buSzPts val="1500"/>
              <a:buNone/>
              <a:defRPr/>
            </a:lvl2pPr>
            <a:lvl3pPr marL="1371600" lvl="2" indent="-228600" algn="l">
              <a:spcBef>
                <a:spcPts val="320"/>
              </a:spcBef>
              <a:spcAft>
                <a:spcPts val="0"/>
              </a:spcAft>
              <a:buSzPts val="1500"/>
              <a:buNone/>
              <a:defRPr/>
            </a:lvl3pPr>
            <a:lvl4pPr marL="1828800" lvl="3" indent="-228600" algn="l">
              <a:spcBef>
                <a:spcPts val="280"/>
              </a:spcBef>
              <a:spcAft>
                <a:spcPts val="0"/>
              </a:spcAft>
              <a:buSzPts val="1500"/>
              <a:buNone/>
              <a:defRPr/>
            </a:lvl4pPr>
            <a:lvl5pPr marL="2286000" lvl="4" indent="-228600" algn="l">
              <a:spcBef>
                <a:spcPts val="280"/>
              </a:spcBef>
              <a:spcAft>
                <a:spcPts val="0"/>
              </a:spcAft>
              <a:buSzPts val="1500"/>
              <a:buNone/>
              <a:defRPr/>
            </a:lvl5pPr>
            <a:lvl6pPr marL="2743200" lvl="5" indent="-228600" algn="l">
              <a:spcBef>
                <a:spcPts val="280"/>
              </a:spcBef>
              <a:spcAft>
                <a:spcPts val="0"/>
              </a:spcAft>
              <a:buSzPts val="1500"/>
              <a:buNone/>
              <a:defRPr/>
            </a:lvl6pPr>
            <a:lvl7pPr marL="3200400" lvl="6" indent="-228600" algn="l">
              <a:spcBef>
                <a:spcPts val="280"/>
              </a:spcBef>
              <a:spcAft>
                <a:spcPts val="0"/>
              </a:spcAft>
              <a:buSzPts val="1500"/>
              <a:buNone/>
              <a:defRPr/>
            </a:lvl7pPr>
            <a:lvl8pPr marL="3657600" lvl="7" indent="-228600" algn="l">
              <a:spcBef>
                <a:spcPts val="280"/>
              </a:spcBef>
              <a:spcAft>
                <a:spcPts val="0"/>
              </a:spcAft>
              <a:buSzPts val="1500"/>
              <a:buNone/>
              <a:defRPr/>
            </a:lvl8pPr>
            <a:lvl9pPr marL="4114800" lvl="8" indent="-228600" algn="l">
              <a:spcBef>
                <a:spcPts val="280"/>
              </a:spcBef>
              <a:spcAft>
                <a:spcPts val="0"/>
              </a:spcAft>
              <a:buSzPts val="1500"/>
              <a:buNone/>
              <a:defRPr/>
            </a:lvl9pPr>
          </a:lstStyle>
          <a:p>
            <a:endParaRPr/>
          </a:p>
        </p:txBody>
      </p:sp>
      <p:grpSp>
        <p:nvGrpSpPr>
          <p:cNvPr id="129" name="Google Shape;129;p5"/>
          <p:cNvGrpSpPr/>
          <p:nvPr/>
        </p:nvGrpSpPr>
        <p:grpSpPr>
          <a:xfrm rot="2821244">
            <a:off x="16959832" y="165852"/>
            <a:ext cx="1057608" cy="1194515"/>
            <a:chOff x="-95789" y="-89371"/>
            <a:chExt cx="1410145" cy="1592687"/>
          </a:xfrm>
        </p:grpSpPr>
        <p:grpSp>
          <p:nvGrpSpPr>
            <p:cNvPr id="130" name="Google Shape;130;p5"/>
            <p:cNvGrpSpPr/>
            <p:nvPr/>
          </p:nvGrpSpPr>
          <p:grpSpPr>
            <a:xfrm rot="-2821068">
              <a:off x="134816" y="282908"/>
              <a:ext cx="943563" cy="1040889"/>
              <a:chOff x="0" y="-47625"/>
              <a:chExt cx="343200" cy="378600"/>
            </a:xfrm>
          </p:grpSpPr>
          <p:sp>
            <p:nvSpPr>
              <p:cNvPr id="131" name="Google Shape;131;p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3" name="Google Shape;133;p5"/>
            <p:cNvGrpSpPr/>
            <p:nvPr/>
          </p:nvGrpSpPr>
          <p:grpSpPr>
            <a:xfrm rot="-2821068">
              <a:off x="140189" y="90147"/>
              <a:ext cx="943563" cy="1040889"/>
              <a:chOff x="0" y="-47625"/>
              <a:chExt cx="343200" cy="378600"/>
            </a:xfrm>
          </p:grpSpPr>
          <p:sp>
            <p:nvSpPr>
              <p:cNvPr id="134" name="Google Shape;134;p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6" name="Google Shape;136;p5"/>
            <p:cNvGrpSpPr/>
            <p:nvPr/>
          </p:nvGrpSpPr>
          <p:grpSpPr>
            <a:xfrm>
              <a:off x="625032" y="253444"/>
              <a:ext cx="69946" cy="699550"/>
              <a:chOff x="0" y="-47625"/>
              <a:chExt cx="31856" cy="318600"/>
            </a:xfrm>
          </p:grpSpPr>
          <p:sp>
            <p:nvSpPr>
              <p:cNvPr id="137" name="Google Shape;137;p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9" name="Google Shape;139;p5"/>
            <p:cNvGrpSpPr/>
            <p:nvPr/>
          </p:nvGrpSpPr>
          <p:grpSpPr>
            <a:xfrm rot="5400000">
              <a:off x="675978" y="305678"/>
              <a:ext cx="72520" cy="699550"/>
              <a:chOff x="0" y="-47625"/>
              <a:chExt cx="33028" cy="318600"/>
            </a:xfrm>
          </p:grpSpPr>
          <p:sp>
            <p:nvSpPr>
              <p:cNvPr id="140" name="Google Shape;140;p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42" name="Google Shape;142;p5"/>
          <p:cNvSpPr/>
          <p:nvPr/>
        </p:nvSpPr>
        <p:spPr>
          <a:xfrm>
            <a:off x="16422857" y="6279622"/>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143" name="Google Shape;143;p5"/>
          <p:cNvGrpSpPr/>
          <p:nvPr/>
        </p:nvGrpSpPr>
        <p:grpSpPr>
          <a:xfrm>
            <a:off x="11999778" y="8704662"/>
            <a:ext cx="5851052" cy="1310243"/>
            <a:chOff x="2" y="-564"/>
            <a:chExt cx="7801403" cy="1746991"/>
          </a:xfrm>
        </p:grpSpPr>
        <p:grpSp>
          <p:nvGrpSpPr>
            <p:cNvPr id="144" name="Google Shape;144;p5"/>
            <p:cNvGrpSpPr/>
            <p:nvPr/>
          </p:nvGrpSpPr>
          <p:grpSpPr>
            <a:xfrm rot="10800000">
              <a:off x="5628043" y="1225496"/>
              <a:ext cx="2173362" cy="520931"/>
              <a:chOff x="0" y="-47625"/>
              <a:chExt cx="429306" cy="102900"/>
            </a:xfrm>
          </p:grpSpPr>
          <p:sp>
            <p:nvSpPr>
              <p:cNvPr id="145" name="Google Shape;145;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7" name="Google Shape;147;p5"/>
            <p:cNvGrpSpPr/>
            <p:nvPr/>
          </p:nvGrpSpPr>
          <p:grpSpPr>
            <a:xfrm rot="10800000">
              <a:off x="3056329" y="1225496"/>
              <a:ext cx="2173362" cy="520931"/>
              <a:chOff x="0" y="-47625"/>
              <a:chExt cx="429306" cy="102900"/>
            </a:xfrm>
          </p:grpSpPr>
          <p:sp>
            <p:nvSpPr>
              <p:cNvPr id="148" name="Google Shape;148;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0" name="Google Shape;150;p5"/>
            <p:cNvGrpSpPr/>
            <p:nvPr/>
          </p:nvGrpSpPr>
          <p:grpSpPr>
            <a:xfrm rot="10800000">
              <a:off x="4282710" y="409333"/>
              <a:ext cx="2173362" cy="520931"/>
              <a:chOff x="0" y="-47625"/>
              <a:chExt cx="429306" cy="102900"/>
            </a:xfrm>
          </p:grpSpPr>
          <p:sp>
            <p:nvSpPr>
              <p:cNvPr id="151" name="Google Shape;151;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3" name="Google Shape;153;p5"/>
            <p:cNvGrpSpPr/>
            <p:nvPr/>
          </p:nvGrpSpPr>
          <p:grpSpPr>
            <a:xfrm rot="10800000">
              <a:off x="1969648" y="420756"/>
              <a:ext cx="2173362" cy="520931"/>
              <a:chOff x="0" y="-47625"/>
              <a:chExt cx="429306" cy="102900"/>
            </a:xfrm>
          </p:grpSpPr>
          <p:sp>
            <p:nvSpPr>
              <p:cNvPr id="154" name="Google Shape;154;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6" name="Google Shape;156;p5"/>
            <p:cNvGrpSpPr/>
            <p:nvPr/>
          </p:nvGrpSpPr>
          <p:grpSpPr>
            <a:xfrm rot="10800000">
              <a:off x="1295727" y="1225496"/>
              <a:ext cx="1191034" cy="520931"/>
              <a:chOff x="0" y="-47625"/>
              <a:chExt cx="235266" cy="102900"/>
            </a:xfrm>
          </p:grpSpPr>
          <p:sp>
            <p:nvSpPr>
              <p:cNvPr id="157" name="Google Shape;157;p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9" name="Google Shape;159;p5"/>
            <p:cNvGrpSpPr/>
            <p:nvPr/>
          </p:nvGrpSpPr>
          <p:grpSpPr>
            <a:xfrm rot="10800000">
              <a:off x="2" y="420756"/>
              <a:ext cx="1191034" cy="520931"/>
              <a:chOff x="0" y="-47625"/>
              <a:chExt cx="235266" cy="102900"/>
            </a:xfrm>
          </p:grpSpPr>
          <p:sp>
            <p:nvSpPr>
              <p:cNvPr id="160" name="Google Shape;160;p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2" name="Google Shape;162;p5"/>
            <p:cNvGrpSpPr/>
            <p:nvPr/>
          </p:nvGrpSpPr>
          <p:grpSpPr>
            <a:xfrm rot="10800000">
              <a:off x="6598555" y="420693"/>
              <a:ext cx="1202850" cy="498150"/>
              <a:chOff x="0" y="-47625"/>
              <a:chExt cx="237600" cy="98400"/>
            </a:xfrm>
          </p:grpSpPr>
          <p:sp>
            <p:nvSpPr>
              <p:cNvPr id="163" name="Google Shape;163;p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5" name="Google Shape;165;p5"/>
            <p:cNvGrpSpPr/>
            <p:nvPr/>
          </p:nvGrpSpPr>
          <p:grpSpPr>
            <a:xfrm rot="10800000">
              <a:off x="3423956" y="819231"/>
              <a:ext cx="4377448" cy="520931"/>
              <a:chOff x="0" y="-47625"/>
              <a:chExt cx="864681" cy="102900"/>
            </a:xfrm>
          </p:grpSpPr>
          <p:sp>
            <p:nvSpPr>
              <p:cNvPr id="166" name="Google Shape;166;p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5"/>
            <p:cNvGrpSpPr/>
            <p:nvPr/>
          </p:nvGrpSpPr>
          <p:grpSpPr>
            <a:xfrm rot="10800000">
              <a:off x="3423956" y="-564"/>
              <a:ext cx="4377448" cy="520931"/>
              <a:chOff x="0" y="-47625"/>
              <a:chExt cx="864681" cy="102900"/>
            </a:xfrm>
          </p:grpSpPr>
          <p:sp>
            <p:nvSpPr>
              <p:cNvPr id="169" name="Google Shape;169;p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1"/>
        <p:cNvGrpSpPr/>
        <p:nvPr/>
      </p:nvGrpSpPr>
      <p:grpSpPr>
        <a:xfrm>
          <a:off x="0" y="0"/>
          <a:ext cx="0" cy="0"/>
          <a:chOff x="0" y="0"/>
          <a:chExt cx="0" cy="0"/>
        </a:xfrm>
      </p:grpSpPr>
      <p:sp>
        <p:nvSpPr>
          <p:cNvPr id="172" name="Google Shape;172;p6"/>
          <p:cNvSpPr txBox="1">
            <a:spLocks noGrp="1"/>
          </p:cNvSpPr>
          <p:nvPr>
            <p:ph type="title"/>
          </p:nvPr>
        </p:nvSpPr>
        <p:spPr>
          <a:xfrm>
            <a:off x="671525" y="2586675"/>
            <a:ext cx="16595100" cy="13335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6"/>
          <p:cNvSpPr txBox="1">
            <a:spLocks noGrp="1"/>
          </p:cNvSpPr>
          <p:nvPr>
            <p:ph type="body" idx="1"/>
          </p:nvPr>
        </p:nvSpPr>
        <p:spPr>
          <a:xfrm>
            <a:off x="3219425" y="5529250"/>
            <a:ext cx="5643300" cy="2979900"/>
          </a:xfrm>
          <a:prstGeom prst="rect">
            <a:avLst/>
          </a:prstGeom>
          <a:noFill/>
          <a:ln>
            <a:noFill/>
          </a:ln>
        </p:spPr>
        <p:txBody>
          <a:bodyPr spcFirstLastPara="1" wrap="square" lIns="91425" tIns="45700" rIns="91425" bIns="45700" anchor="t" anchorCtr="0">
            <a:normAutofit/>
          </a:bodyPr>
          <a:lstStyle>
            <a:lvl1pPr marL="457200" lvl="0" indent="-323850" algn="l">
              <a:spcBef>
                <a:spcPts val="560"/>
              </a:spcBef>
              <a:spcAft>
                <a:spcPts val="0"/>
              </a:spcAft>
              <a:buClr>
                <a:schemeClr val="dk1"/>
              </a:buClr>
              <a:buSzPts val="1500"/>
              <a:buChar char="•"/>
              <a:defRPr/>
            </a:lvl1pPr>
            <a:lvl2pPr marL="914400" lvl="1" indent="-323850" algn="l">
              <a:spcBef>
                <a:spcPts val="480"/>
              </a:spcBef>
              <a:spcAft>
                <a:spcPts val="0"/>
              </a:spcAft>
              <a:buClr>
                <a:schemeClr val="dk1"/>
              </a:buClr>
              <a:buSzPts val="1500"/>
              <a:buChar char="–"/>
              <a:defRPr/>
            </a:lvl2pPr>
            <a:lvl3pPr marL="1371600" lvl="2" indent="-323850" algn="l">
              <a:spcBef>
                <a:spcPts val="400"/>
              </a:spcBef>
              <a:spcAft>
                <a:spcPts val="0"/>
              </a:spcAft>
              <a:buClr>
                <a:schemeClr val="dk1"/>
              </a:buClr>
              <a:buSzPts val="1500"/>
              <a:buChar char="•"/>
              <a:defRPr/>
            </a:lvl3pPr>
            <a:lvl4pPr marL="1828800" lvl="3" indent="-323850" algn="l">
              <a:spcBef>
                <a:spcPts val="360"/>
              </a:spcBef>
              <a:spcAft>
                <a:spcPts val="0"/>
              </a:spcAft>
              <a:buClr>
                <a:schemeClr val="dk1"/>
              </a:buClr>
              <a:buSzPts val="1500"/>
              <a:buChar char="–"/>
              <a:defRPr/>
            </a:lvl4pPr>
            <a:lvl5pPr marL="2286000" lvl="4" indent="-323850" algn="l">
              <a:spcBef>
                <a:spcPts val="360"/>
              </a:spcBef>
              <a:spcAft>
                <a:spcPts val="0"/>
              </a:spcAft>
              <a:buClr>
                <a:schemeClr val="dk1"/>
              </a:buClr>
              <a:buSzPts val="1500"/>
              <a:buChar char="»"/>
              <a:defRPr/>
            </a:lvl5pPr>
            <a:lvl6pPr marL="2743200" lvl="5" indent="-323850" algn="l">
              <a:spcBef>
                <a:spcPts val="360"/>
              </a:spcBef>
              <a:spcAft>
                <a:spcPts val="0"/>
              </a:spcAft>
              <a:buClr>
                <a:schemeClr val="dk1"/>
              </a:buClr>
              <a:buSzPts val="1500"/>
              <a:buChar char="•"/>
              <a:defRPr/>
            </a:lvl6pPr>
            <a:lvl7pPr marL="3200400" lvl="6" indent="-323850" algn="l">
              <a:spcBef>
                <a:spcPts val="360"/>
              </a:spcBef>
              <a:spcAft>
                <a:spcPts val="0"/>
              </a:spcAft>
              <a:buClr>
                <a:schemeClr val="dk1"/>
              </a:buClr>
              <a:buSzPts val="1500"/>
              <a:buChar char="•"/>
              <a:defRPr/>
            </a:lvl7pPr>
            <a:lvl8pPr marL="3657600" lvl="7" indent="-323850" algn="l">
              <a:spcBef>
                <a:spcPts val="360"/>
              </a:spcBef>
              <a:spcAft>
                <a:spcPts val="0"/>
              </a:spcAft>
              <a:buClr>
                <a:schemeClr val="dk1"/>
              </a:buClr>
              <a:buSzPts val="1500"/>
              <a:buChar char="•"/>
              <a:defRPr/>
            </a:lvl8pPr>
            <a:lvl9pPr marL="4114800" lvl="8" indent="-323850" algn="l">
              <a:spcBef>
                <a:spcPts val="360"/>
              </a:spcBef>
              <a:spcAft>
                <a:spcPts val="0"/>
              </a:spcAft>
              <a:buClr>
                <a:schemeClr val="dk1"/>
              </a:buClr>
              <a:buSzPts val="1500"/>
              <a:buChar char="•"/>
              <a:defRPr/>
            </a:lvl9pPr>
          </a:lstStyle>
          <a:p>
            <a:endParaRPr/>
          </a:p>
        </p:txBody>
      </p:sp>
      <p:sp>
        <p:nvSpPr>
          <p:cNvPr id="174" name="Google Shape;174;p6"/>
          <p:cNvSpPr txBox="1">
            <a:spLocks noGrp="1"/>
          </p:cNvSpPr>
          <p:nvPr>
            <p:ph type="body" idx="2"/>
          </p:nvPr>
        </p:nvSpPr>
        <p:spPr>
          <a:xfrm>
            <a:off x="9075569" y="5529250"/>
            <a:ext cx="5643300" cy="2979900"/>
          </a:xfrm>
          <a:prstGeom prst="rect">
            <a:avLst/>
          </a:prstGeom>
          <a:noFill/>
          <a:ln>
            <a:noFill/>
          </a:ln>
        </p:spPr>
        <p:txBody>
          <a:bodyPr spcFirstLastPara="1" wrap="square" lIns="91425" tIns="45700" rIns="91425" bIns="45700" anchor="t" anchorCtr="0">
            <a:normAutofit/>
          </a:bodyPr>
          <a:lstStyle>
            <a:lvl1pPr marL="457200" lvl="0" indent="-323850" algn="l">
              <a:spcBef>
                <a:spcPts val="560"/>
              </a:spcBef>
              <a:spcAft>
                <a:spcPts val="0"/>
              </a:spcAft>
              <a:buClr>
                <a:schemeClr val="dk1"/>
              </a:buClr>
              <a:buSzPts val="1500"/>
              <a:buChar char="•"/>
              <a:defRPr/>
            </a:lvl1pPr>
            <a:lvl2pPr marL="914400" lvl="1" indent="-323850" algn="l">
              <a:spcBef>
                <a:spcPts val="480"/>
              </a:spcBef>
              <a:spcAft>
                <a:spcPts val="0"/>
              </a:spcAft>
              <a:buClr>
                <a:schemeClr val="dk1"/>
              </a:buClr>
              <a:buSzPts val="1500"/>
              <a:buChar char="–"/>
              <a:defRPr/>
            </a:lvl2pPr>
            <a:lvl3pPr marL="1371600" lvl="2" indent="-323850" algn="l">
              <a:spcBef>
                <a:spcPts val="400"/>
              </a:spcBef>
              <a:spcAft>
                <a:spcPts val="0"/>
              </a:spcAft>
              <a:buClr>
                <a:schemeClr val="dk1"/>
              </a:buClr>
              <a:buSzPts val="1500"/>
              <a:buChar char="•"/>
              <a:defRPr/>
            </a:lvl3pPr>
            <a:lvl4pPr marL="1828800" lvl="3" indent="-323850" algn="l">
              <a:spcBef>
                <a:spcPts val="360"/>
              </a:spcBef>
              <a:spcAft>
                <a:spcPts val="0"/>
              </a:spcAft>
              <a:buClr>
                <a:schemeClr val="dk1"/>
              </a:buClr>
              <a:buSzPts val="1500"/>
              <a:buChar char="–"/>
              <a:defRPr/>
            </a:lvl4pPr>
            <a:lvl5pPr marL="2286000" lvl="4" indent="-323850" algn="l">
              <a:spcBef>
                <a:spcPts val="360"/>
              </a:spcBef>
              <a:spcAft>
                <a:spcPts val="0"/>
              </a:spcAft>
              <a:buClr>
                <a:schemeClr val="dk1"/>
              </a:buClr>
              <a:buSzPts val="1500"/>
              <a:buChar char="»"/>
              <a:defRPr/>
            </a:lvl5pPr>
            <a:lvl6pPr marL="2743200" lvl="5" indent="-323850" algn="l">
              <a:spcBef>
                <a:spcPts val="360"/>
              </a:spcBef>
              <a:spcAft>
                <a:spcPts val="0"/>
              </a:spcAft>
              <a:buClr>
                <a:schemeClr val="dk1"/>
              </a:buClr>
              <a:buSzPts val="1500"/>
              <a:buChar char="•"/>
              <a:defRPr/>
            </a:lvl6pPr>
            <a:lvl7pPr marL="3200400" lvl="6" indent="-323850" algn="l">
              <a:spcBef>
                <a:spcPts val="360"/>
              </a:spcBef>
              <a:spcAft>
                <a:spcPts val="0"/>
              </a:spcAft>
              <a:buClr>
                <a:schemeClr val="dk1"/>
              </a:buClr>
              <a:buSzPts val="1500"/>
              <a:buChar char="•"/>
              <a:defRPr/>
            </a:lvl7pPr>
            <a:lvl8pPr marL="3657600" lvl="7" indent="-323850" algn="l">
              <a:spcBef>
                <a:spcPts val="360"/>
              </a:spcBef>
              <a:spcAft>
                <a:spcPts val="0"/>
              </a:spcAft>
              <a:buClr>
                <a:schemeClr val="dk1"/>
              </a:buClr>
              <a:buSzPts val="1500"/>
              <a:buChar char="•"/>
              <a:defRPr/>
            </a:lvl8pPr>
            <a:lvl9pPr marL="4114800" lvl="8" indent="-323850" algn="l">
              <a:spcBef>
                <a:spcPts val="360"/>
              </a:spcBef>
              <a:spcAft>
                <a:spcPts val="0"/>
              </a:spcAft>
              <a:buClr>
                <a:schemeClr val="dk1"/>
              </a:buClr>
              <a:buSzPts val="1500"/>
              <a:buChar char="•"/>
              <a:defRPr/>
            </a:lvl9pPr>
          </a:lstStyle>
          <a:p>
            <a:endParaRPr/>
          </a:p>
        </p:txBody>
      </p:sp>
      <p:grpSp>
        <p:nvGrpSpPr>
          <p:cNvPr id="175" name="Google Shape;175;p6"/>
          <p:cNvGrpSpPr/>
          <p:nvPr/>
        </p:nvGrpSpPr>
        <p:grpSpPr>
          <a:xfrm>
            <a:off x="417483" y="242355"/>
            <a:ext cx="5851052" cy="1310243"/>
            <a:chOff x="0" y="-241102"/>
            <a:chExt cx="7801402" cy="1746991"/>
          </a:xfrm>
        </p:grpSpPr>
        <p:grpSp>
          <p:nvGrpSpPr>
            <p:cNvPr id="176" name="Google Shape;176;p6"/>
            <p:cNvGrpSpPr/>
            <p:nvPr/>
          </p:nvGrpSpPr>
          <p:grpSpPr>
            <a:xfrm>
              <a:off x="0" y="-241102"/>
              <a:ext cx="2173362" cy="520931"/>
              <a:chOff x="0" y="-47625"/>
              <a:chExt cx="429306" cy="102900"/>
            </a:xfrm>
          </p:grpSpPr>
          <p:sp>
            <p:nvSpPr>
              <p:cNvPr id="177" name="Google Shape;177;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6"/>
            <p:cNvGrpSpPr/>
            <p:nvPr/>
          </p:nvGrpSpPr>
          <p:grpSpPr>
            <a:xfrm>
              <a:off x="2571714" y="-241102"/>
              <a:ext cx="2173362" cy="520931"/>
              <a:chOff x="0" y="-47625"/>
              <a:chExt cx="429306" cy="102900"/>
            </a:xfrm>
          </p:grpSpPr>
          <p:sp>
            <p:nvSpPr>
              <p:cNvPr id="180" name="Google Shape;180;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6"/>
            <p:cNvGrpSpPr/>
            <p:nvPr/>
          </p:nvGrpSpPr>
          <p:grpSpPr>
            <a:xfrm>
              <a:off x="1345333" y="575061"/>
              <a:ext cx="2173362" cy="520931"/>
              <a:chOff x="0" y="-47625"/>
              <a:chExt cx="429306" cy="102900"/>
            </a:xfrm>
          </p:grpSpPr>
          <p:sp>
            <p:nvSpPr>
              <p:cNvPr id="183" name="Google Shape;183;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6"/>
            <p:cNvGrpSpPr/>
            <p:nvPr/>
          </p:nvGrpSpPr>
          <p:grpSpPr>
            <a:xfrm>
              <a:off x="3658396" y="563639"/>
              <a:ext cx="2173362" cy="520931"/>
              <a:chOff x="0" y="-47625"/>
              <a:chExt cx="429306" cy="102900"/>
            </a:xfrm>
          </p:grpSpPr>
          <p:sp>
            <p:nvSpPr>
              <p:cNvPr id="186" name="Google Shape;186;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8" name="Google Shape;188;p6"/>
            <p:cNvGrpSpPr/>
            <p:nvPr/>
          </p:nvGrpSpPr>
          <p:grpSpPr>
            <a:xfrm>
              <a:off x="5314643" y="-241102"/>
              <a:ext cx="1191034" cy="520931"/>
              <a:chOff x="0" y="-47625"/>
              <a:chExt cx="235266" cy="102900"/>
            </a:xfrm>
          </p:grpSpPr>
          <p:sp>
            <p:nvSpPr>
              <p:cNvPr id="189" name="Google Shape;189;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1" name="Google Shape;191;p6"/>
            <p:cNvGrpSpPr/>
            <p:nvPr/>
          </p:nvGrpSpPr>
          <p:grpSpPr>
            <a:xfrm>
              <a:off x="6610368" y="563639"/>
              <a:ext cx="1191034" cy="520931"/>
              <a:chOff x="0" y="-47625"/>
              <a:chExt cx="235266" cy="102900"/>
            </a:xfrm>
          </p:grpSpPr>
          <p:sp>
            <p:nvSpPr>
              <p:cNvPr id="192" name="Google Shape;192;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4" name="Google Shape;194;p6"/>
            <p:cNvGrpSpPr/>
            <p:nvPr/>
          </p:nvGrpSpPr>
          <p:grpSpPr>
            <a:xfrm>
              <a:off x="0" y="586483"/>
              <a:ext cx="1202850" cy="498150"/>
              <a:chOff x="0" y="-47625"/>
              <a:chExt cx="237600" cy="98400"/>
            </a:xfrm>
          </p:grpSpPr>
          <p:sp>
            <p:nvSpPr>
              <p:cNvPr id="195" name="Google Shape;195;p6"/>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7" name="Google Shape;197;p6"/>
            <p:cNvGrpSpPr/>
            <p:nvPr/>
          </p:nvGrpSpPr>
          <p:grpSpPr>
            <a:xfrm>
              <a:off x="0" y="165164"/>
              <a:ext cx="4377448" cy="520931"/>
              <a:chOff x="0" y="-47625"/>
              <a:chExt cx="864681" cy="102900"/>
            </a:xfrm>
          </p:grpSpPr>
          <p:sp>
            <p:nvSpPr>
              <p:cNvPr id="198" name="Google Shape;198;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0" name="Google Shape;200;p6"/>
            <p:cNvGrpSpPr/>
            <p:nvPr/>
          </p:nvGrpSpPr>
          <p:grpSpPr>
            <a:xfrm>
              <a:off x="0" y="984958"/>
              <a:ext cx="4377448" cy="520931"/>
              <a:chOff x="0" y="-47625"/>
              <a:chExt cx="864681" cy="102900"/>
            </a:xfrm>
          </p:grpSpPr>
          <p:sp>
            <p:nvSpPr>
              <p:cNvPr id="201" name="Google Shape;201;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03" name="Google Shape;203;p6"/>
          <p:cNvGrpSpPr/>
          <p:nvPr/>
        </p:nvGrpSpPr>
        <p:grpSpPr>
          <a:xfrm>
            <a:off x="11999778" y="8693380"/>
            <a:ext cx="5851052" cy="1310243"/>
            <a:chOff x="2" y="-564"/>
            <a:chExt cx="7801403" cy="1746991"/>
          </a:xfrm>
        </p:grpSpPr>
        <p:grpSp>
          <p:nvGrpSpPr>
            <p:cNvPr id="204" name="Google Shape;204;p6"/>
            <p:cNvGrpSpPr/>
            <p:nvPr/>
          </p:nvGrpSpPr>
          <p:grpSpPr>
            <a:xfrm rot="10800000">
              <a:off x="5628043" y="1225496"/>
              <a:ext cx="2173362" cy="520931"/>
              <a:chOff x="0" y="-47625"/>
              <a:chExt cx="429306" cy="102900"/>
            </a:xfrm>
          </p:grpSpPr>
          <p:sp>
            <p:nvSpPr>
              <p:cNvPr id="205" name="Google Shape;205;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7" name="Google Shape;207;p6"/>
            <p:cNvGrpSpPr/>
            <p:nvPr/>
          </p:nvGrpSpPr>
          <p:grpSpPr>
            <a:xfrm rot="10800000">
              <a:off x="3056329" y="1225496"/>
              <a:ext cx="2173362" cy="520931"/>
              <a:chOff x="0" y="-47625"/>
              <a:chExt cx="429306" cy="102900"/>
            </a:xfrm>
          </p:grpSpPr>
          <p:sp>
            <p:nvSpPr>
              <p:cNvPr id="208" name="Google Shape;208;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0" name="Google Shape;210;p6"/>
            <p:cNvGrpSpPr/>
            <p:nvPr/>
          </p:nvGrpSpPr>
          <p:grpSpPr>
            <a:xfrm rot="10800000">
              <a:off x="4282710" y="409333"/>
              <a:ext cx="2173362" cy="520931"/>
              <a:chOff x="0" y="-47625"/>
              <a:chExt cx="429306" cy="102900"/>
            </a:xfrm>
          </p:grpSpPr>
          <p:sp>
            <p:nvSpPr>
              <p:cNvPr id="211" name="Google Shape;211;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3" name="Google Shape;213;p6"/>
            <p:cNvGrpSpPr/>
            <p:nvPr/>
          </p:nvGrpSpPr>
          <p:grpSpPr>
            <a:xfrm rot="10800000">
              <a:off x="1969648" y="420756"/>
              <a:ext cx="2173362" cy="520931"/>
              <a:chOff x="0" y="-47625"/>
              <a:chExt cx="429306" cy="102900"/>
            </a:xfrm>
          </p:grpSpPr>
          <p:sp>
            <p:nvSpPr>
              <p:cNvPr id="214" name="Google Shape;214;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6" name="Google Shape;216;p6"/>
            <p:cNvGrpSpPr/>
            <p:nvPr/>
          </p:nvGrpSpPr>
          <p:grpSpPr>
            <a:xfrm rot="10800000">
              <a:off x="1295727" y="1225496"/>
              <a:ext cx="1191034" cy="520931"/>
              <a:chOff x="0" y="-47625"/>
              <a:chExt cx="235266" cy="102900"/>
            </a:xfrm>
          </p:grpSpPr>
          <p:sp>
            <p:nvSpPr>
              <p:cNvPr id="217" name="Google Shape;217;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9" name="Google Shape;219;p6"/>
            <p:cNvGrpSpPr/>
            <p:nvPr/>
          </p:nvGrpSpPr>
          <p:grpSpPr>
            <a:xfrm rot="10800000">
              <a:off x="2" y="420756"/>
              <a:ext cx="1191034" cy="520931"/>
              <a:chOff x="0" y="-47625"/>
              <a:chExt cx="235266" cy="102900"/>
            </a:xfrm>
          </p:grpSpPr>
          <p:sp>
            <p:nvSpPr>
              <p:cNvPr id="220" name="Google Shape;220;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6"/>
            <p:cNvGrpSpPr/>
            <p:nvPr/>
          </p:nvGrpSpPr>
          <p:grpSpPr>
            <a:xfrm rot="10800000">
              <a:off x="6598555" y="420693"/>
              <a:ext cx="1202850" cy="498150"/>
              <a:chOff x="0" y="-47625"/>
              <a:chExt cx="237600" cy="98400"/>
            </a:xfrm>
          </p:grpSpPr>
          <p:sp>
            <p:nvSpPr>
              <p:cNvPr id="223" name="Google Shape;223;p6"/>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6"/>
            <p:cNvGrpSpPr/>
            <p:nvPr/>
          </p:nvGrpSpPr>
          <p:grpSpPr>
            <a:xfrm rot="10800000">
              <a:off x="3423956" y="819231"/>
              <a:ext cx="4377448" cy="520931"/>
              <a:chOff x="0" y="-47625"/>
              <a:chExt cx="864681" cy="102900"/>
            </a:xfrm>
          </p:grpSpPr>
          <p:sp>
            <p:nvSpPr>
              <p:cNvPr id="226" name="Google Shape;226;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8" name="Google Shape;228;p6"/>
            <p:cNvGrpSpPr/>
            <p:nvPr/>
          </p:nvGrpSpPr>
          <p:grpSpPr>
            <a:xfrm rot="10800000">
              <a:off x="3423956" y="-564"/>
              <a:ext cx="4377448" cy="520931"/>
              <a:chOff x="0" y="-47625"/>
              <a:chExt cx="864681" cy="102900"/>
            </a:xfrm>
          </p:grpSpPr>
          <p:sp>
            <p:nvSpPr>
              <p:cNvPr id="229" name="Google Shape;229;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31" name="Google Shape;231;p6"/>
          <p:cNvSpPr/>
          <p:nvPr/>
        </p:nvSpPr>
        <p:spPr>
          <a:xfrm>
            <a:off x="14123600" y="4763750"/>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232" name="Google Shape;232;p6"/>
          <p:cNvGrpSpPr/>
          <p:nvPr/>
        </p:nvGrpSpPr>
        <p:grpSpPr>
          <a:xfrm rot="2821244">
            <a:off x="16959832" y="165852"/>
            <a:ext cx="1057608" cy="1194515"/>
            <a:chOff x="-95789" y="-89371"/>
            <a:chExt cx="1410145" cy="1592687"/>
          </a:xfrm>
        </p:grpSpPr>
        <p:grpSp>
          <p:nvGrpSpPr>
            <p:cNvPr id="233" name="Google Shape;233;p6"/>
            <p:cNvGrpSpPr/>
            <p:nvPr/>
          </p:nvGrpSpPr>
          <p:grpSpPr>
            <a:xfrm rot="-2821068">
              <a:off x="134816" y="282908"/>
              <a:ext cx="943563" cy="1040889"/>
              <a:chOff x="0" y="-47625"/>
              <a:chExt cx="343200" cy="378600"/>
            </a:xfrm>
          </p:grpSpPr>
          <p:sp>
            <p:nvSpPr>
              <p:cNvPr id="234" name="Google Shape;234;p6"/>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6" name="Google Shape;236;p6"/>
            <p:cNvGrpSpPr/>
            <p:nvPr/>
          </p:nvGrpSpPr>
          <p:grpSpPr>
            <a:xfrm rot="-2821068">
              <a:off x="140189" y="90147"/>
              <a:ext cx="943563" cy="1040889"/>
              <a:chOff x="0" y="-47625"/>
              <a:chExt cx="343200" cy="378600"/>
            </a:xfrm>
          </p:grpSpPr>
          <p:sp>
            <p:nvSpPr>
              <p:cNvPr id="237" name="Google Shape;237;p6"/>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6"/>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9" name="Google Shape;239;p6"/>
            <p:cNvGrpSpPr/>
            <p:nvPr/>
          </p:nvGrpSpPr>
          <p:grpSpPr>
            <a:xfrm>
              <a:off x="625032" y="253444"/>
              <a:ext cx="69946" cy="699550"/>
              <a:chOff x="0" y="-47625"/>
              <a:chExt cx="31856" cy="318600"/>
            </a:xfrm>
          </p:grpSpPr>
          <p:sp>
            <p:nvSpPr>
              <p:cNvPr id="240" name="Google Shape;240;p6"/>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2" name="Google Shape;242;p6"/>
            <p:cNvGrpSpPr/>
            <p:nvPr/>
          </p:nvGrpSpPr>
          <p:grpSpPr>
            <a:xfrm rot="5400000">
              <a:off x="675978" y="305678"/>
              <a:ext cx="72520" cy="699550"/>
              <a:chOff x="0" y="-47625"/>
              <a:chExt cx="33028" cy="318600"/>
            </a:xfrm>
          </p:grpSpPr>
          <p:sp>
            <p:nvSpPr>
              <p:cNvPr id="243" name="Google Shape;243;p6"/>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6"/>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45"/>
        <p:cNvGrpSpPr/>
        <p:nvPr/>
      </p:nvGrpSpPr>
      <p:grpSpPr>
        <a:xfrm>
          <a:off x="0" y="0"/>
          <a:ext cx="0" cy="0"/>
          <a:chOff x="0" y="0"/>
          <a:chExt cx="0" cy="0"/>
        </a:xfrm>
      </p:grpSpPr>
      <p:sp>
        <p:nvSpPr>
          <p:cNvPr id="246" name="Google Shape;246;p7"/>
          <p:cNvSpPr txBox="1">
            <a:spLocks noGrp="1"/>
          </p:cNvSpPr>
          <p:nvPr>
            <p:ph type="title"/>
          </p:nvPr>
        </p:nvSpPr>
        <p:spPr>
          <a:xfrm>
            <a:off x="576300" y="2672488"/>
            <a:ext cx="165000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7"/>
          <p:cNvSpPr txBox="1">
            <a:spLocks noGrp="1"/>
          </p:cNvSpPr>
          <p:nvPr>
            <p:ph type="body" idx="1"/>
          </p:nvPr>
        </p:nvSpPr>
        <p:spPr>
          <a:xfrm>
            <a:off x="1528775" y="5556275"/>
            <a:ext cx="5014200" cy="3951300"/>
          </a:xfrm>
          <a:prstGeom prst="rect">
            <a:avLst/>
          </a:prstGeom>
          <a:noFill/>
          <a:ln>
            <a:noFill/>
          </a:ln>
        </p:spPr>
        <p:txBody>
          <a:bodyPr spcFirstLastPara="1" wrap="square" lIns="91425" tIns="45700" rIns="91425" bIns="45700" anchor="t" anchorCtr="0">
            <a:normAutofit/>
          </a:bodyPr>
          <a:lstStyle>
            <a:lvl1pPr marL="457200" lvl="0" indent="-323850" algn="l">
              <a:spcBef>
                <a:spcPts val="480"/>
              </a:spcBef>
              <a:spcAft>
                <a:spcPts val="0"/>
              </a:spcAft>
              <a:buClr>
                <a:schemeClr val="dk1"/>
              </a:buClr>
              <a:buSzPts val="1500"/>
              <a:buChar char="•"/>
              <a:defRPr/>
            </a:lvl1pPr>
            <a:lvl2pPr marL="914400" lvl="1" indent="-323850" algn="l">
              <a:spcBef>
                <a:spcPts val="400"/>
              </a:spcBef>
              <a:spcAft>
                <a:spcPts val="0"/>
              </a:spcAft>
              <a:buClr>
                <a:schemeClr val="dk1"/>
              </a:buClr>
              <a:buSzPts val="1500"/>
              <a:buChar char="–"/>
              <a:defRPr/>
            </a:lvl2pPr>
            <a:lvl3pPr marL="1371600" lvl="2" indent="-323850" algn="l">
              <a:spcBef>
                <a:spcPts val="360"/>
              </a:spcBef>
              <a:spcAft>
                <a:spcPts val="0"/>
              </a:spcAft>
              <a:buClr>
                <a:schemeClr val="dk1"/>
              </a:buClr>
              <a:buSzPts val="1500"/>
              <a:buChar char="•"/>
              <a:defRPr/>
            </a:lvl3pPr>
            <a:lvl4pPr marL="1828800" lvl="3" indent="-323850" algn="l">
              <a:spcBef>
                <a:spcPts val="320"/>
              </a:spcBef>
              <a:spcAft>
                <a:spcPts val="0"/>
              </a:spcAft>
              <a:buClr>
                <a:schemeClr val="dk1"/>
              </a:buClr>
              <a:buSzPts val="1500"/>
              <a:buChar char="–"/>
              <a:defRPr/>
            </a:lvl4pPr>
            <a:lvl5pPr marL="2286000" lvl="4" indent="-323850" algn="l">
              <a:spcBef>
                <a:spcPts val="320"/>
              </a:spcBef>
              <a:spcAft>
                <a:spcPts val="0"/>
              </a:spcAft>
              <a:buClr>
                <a:schemeClr val="dk1"/>
              </a:buClr>
              <a:buSzPts val="1500"/>
              <a:buChar char="»"/>
              <a:defRPr/>
            </a:lvl5pPr>
            <a:lvl6pPr marL="2743200" lvl="5" indent="-323850" algn="l">
              <a:spcBef>
                <a:spcPts val="320"/>
              </a:spcBef>
              <a:spcAft>
                <a:spcPts val="0"/>
              </a:spcAft>
              <a:buClr>
                <a:schemeClr val="dk1"/>
              </a:buClr>
              <a:buSzPts val="1500"/>
              <a:buChar char="•"/>
              <a:defRPr/>
            </a:lvl6pPr>
            <a:lvl7pPr marL="3200400" lvl="6" indent="-323850" algn="l">
              <a:spcBef>
                <a:spcPts val="320"/>
              </a:spcBef>
              <a:spcAft>
                <a:spcPts val="0"/>
              </a:spcAft>
              <a:buClr>
                <a:schemeClr val="dk1"/>
              </a:buClr>
              <a:buSzPts val="1500"/>
              <a:buChar char="•"/>
              <a:defRPr/>
            </a:lvl7pPr>
            <a:lvl8pPr marL="3657600" lvl="7" indent="-323850" algn="l">
              <a:spcBef>
                <a:spcPts val="320"/>
              </a:spcBef>
              <a:spcAft>
                <a:spcPts val="0"/>
              </a:spcAft>
              <a:buClr>
                <a:schemeClr val="dk1"/>
              </a:buClr>
              <a:buSzPts val="1500"/>
              <a:buChar char="•"/>
              <a:defRPr/>
            </a:lvl8pPr>
            <a:lvl9pPr marL="4114800" lvl="8" indent="-323850" algn="l">
              <a:spcBef>
                <a:spcPts val="320"/>
              </a:spcBef>
              <a:spcAft>
                <a:spcPts val="0"/>
              </a:spcAft>
              <a:buClr>
                <a:schemeClr val="dk1"/>
              </a:buClr>
              <a:buSzPts val="1500"/>
              <a:buChar char="•"/>
              <a:defRPr/>
            </a:lvl9pPr>
          </a:lstStyle>
          <a:p>
            <a:endParaRPr/>
          </a:p>
        </p:txBody>
      </p:sp>
      <p:sp>
        <p:nvSpPr>
          <p:cNvPr id="248" name="Google Shape;248;p7"/>
          <p:cNvSpPr txBox="1">
            <a:spLocks noGrp="1"/>
          </p:cNvSpPr>
          <p:nvPr>
            <p:ph type="body" idx="2"/>
          </p:nvPr>
        </p:nvSpPr>
        <p:spPr>
          <a:xfrm>
            <a:off x="6726129" y="5556275"/>
            <a:ext cx="5016000" cy="3951300"/>
          </a:xfrm>
          <a:prstGeom prst="rect">
            <a:avLst/>
          </a:prstGeom>
          <a:noFill/>
          <a:ln>
            <a:noFill/>
          </a:ln>
        </p:spPr>
        <p:txBody>
          <a:bodyPr spcFirstLastPara="1" wrap="square" lIns="91425" tIns="45700" rIns="91425" bIns="45700" anchor="t" anchorCtr="0">
            <a:normAutofit/>
          </a:bodyPr>
          <a:lstStyle>
            <a:lvl1pPr marL="457200" lvl="0" indent="-323850" algn="l">
              <a:spcBef>
                <a:spcPts val="480"/>
              </a:spcBef>
              <a:spcAft>
                <a:spcPts val="0"/>
              </a:spcAft>
              <a:buClr>
                <a:schemeClr val="dk1"/>
              </a:buClr>
              <a:buSzPts val="1500"/>
              <a:buChar char="•"/>
              <a:defRPr/>
            </a:lvl1pPr>
            <a:lvl2pPr marL="914400" lvl="1" indent="-323850" algn="l">
              <a:spcBef>
                <a:spcPts val="400"/>
              </a:spcBef>
              <a:spcAft>
                <a:spcPts val="0"/>
              </a:spcAft>
              <a:buClr>
                <a:schemeClr val="dk1"/>
              </a:buClr>
              <a:buSzPts val="1500"/>
              <a:buChar char="–"/>
              <a:defRPr/>
            </a:lvl2pPr>
            <a:lvl3pPr marL="1371600" lvl="2" indent="-323850" algn="l">
              <a:spcBef>
                <a:spcPts val="360"/>
              </a:spcBef>
              <a:spcAft>
                <a:spcPts val="0"/>
              </a:spcAft>
              <a:buClr>
                <a:schemeClr val="dk1"/>
              </a:buClr>
              <a:buSzPts val="1500"/>
              <a:buChar char="•"/>
              <a:defRPr/>
            </a:lvl3pPr>
            <a:lvl4pPr marL="1828800" lvl="3" indent="-323850" algn="l">
              <a:spcBef>
                <a:spcPts val="320"/>
              </a:spcBef>
              <a:spcAft>
                <a:spcPts val="0"/>
              </a:spcAft>
              <a:buClr>
                <a:schemeClr val="dk1"/>
              </a:buClr>
              <a:buSzPts val="1500"/>
              <a:buChar char="–"/>
              <a:defRPr/>
            </a:lvl4pPr>
            <a:lvl5pPr marL="2286000" lvl="4" indent="-323850" algn="l">
              <a:spcBef>
                <a:spcPts val="320"/>
              </a:spcBef>
              <a:spcAft>
                <a:spcPts val="0"/>
              </a:spcAft>
              <a:buClr>
                <a:schemeClr val="dk1"/>
              </a:buClr>
              <a:buSzPts val="1500"/>
              <a:buChar char="»"/>
              <a:defRPr/>
            </a:lvl5pPr>
            <a:lvl6pPr marL="2743200" lvl="5" indent="-323850" algn="l">
              <a:spcBef>
                <a:spcPts val="320"/>
              </a:spcBef>
              <a:spcAft>
                <a:spcPts val="0"/>
              </a:spcAft>
              <a:buClr>
                <a:schemeClr val="dk1"/>
              </a:buClr>
              <a:buSzPts val="1500"/>
              <a:buChar char="•"/>
              <a:defRPr/>
            </a:lvl6pPr>
            <a:lvl7pPr marL="3200400" lvl="6" indent="-323850" algn="l">
              <a:spcBef>
                <a:spcPts val="320"/>
              </a:spcBef>
              <a:spcAft>
                <a:spcPts val="0"/>
              </a:spcAft>
              <a:buClr>
                <a:schemeClr val="dk1"/>
              </a:buClr>
              <a:buSzPts val="1500"/>
              <a:buChar char="•"/>
              <a:defRPr/>
            </a:lvl7pPr>
            <a:lvl8pPr marL="3657600" lvl="7" indent="-323850" algn="l">
              <a:spcBef>
                <a:spcPts val="320"/>
              </a:spcBef>
              <a:spcAft>
                <a:spcPts val="0"/>
              </a:spcAft>
              <a:buClr>
                <a:schemeClr val="dk1"/>
              </a:buClr>
              <a:buSzPts val="1500"/>
              <a:buChar char="•"/>
              <a:defRPr/>
            </a:lvl8pPr>
            <a:lvl9pPr marL="4114800" lvl="8" indent="-323850" algn="l">
              <a:spcBef>
                <a:spcPts val="320"/>
              </a:spcBef>
              <a:spcAft>
                <a:spcPts val="0"/>
              </a:spcAft>
              <a:buClr>
                <a:schemeClr val="dk1"/>
              </a:buClr>
              <a:buSzPts val="1500"/>
              <a:buChar char="•"/>
              <a:defRPr/>
            </a:lvl9pPr>
          </a:lstStyle>
          <a:p>
            <a:endParaRPr/>
          </a:p>
        </p:txBody>
      </p:sp>
      <p:grpSp>
        <p:nvGrpSpPr>
          <p:cNvPr id="249" name="Google Shape;249;p7"/>
          <p:cNvGrpSpPr/>
          <p:nvPr/>
        </p:nvGrpSpPr>
        <p:grpSpPr>
          <a:xfrm>
            <a:off x="11999778" y="8693380"/>
            <a:ext cx="5851052" cy="1310243"/>
            <a:chOff x="2" y="-564"/>
            <a:chExt cx="7801403" cy="1746991"/>
          </a:xfrm>
        </p:grpSpPr>
        <p:grpSp>
          <p:nvGrpSpPr>
            <p:cNvPr id="250" name="Google Shape;250;p7"/>
            <p:cNvGrpSpPr/>
            <p:nvPr/>
          </p:nvGrpSpPr>
          <p:grpSpPr>
            <a:xfrm rot="10800000">
              <a:off x="5628043" y="1225496"/>
              <a:ext cx="2173362" cy="520931"/>
              <a:chOff x="0" y="-47625"/>
              <a:chExt cx="429306" cy="102900"/>
            </a:xfrm>
          </p:grpSpPr>
          <p:sp>
            <p:nvSpPr>
              <p:cNvPr id="251" name="Google Shape;251;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3" name="Google Shape;253;p7"/>
            <p:cNvGrpSpPr/>
            <p:nvPr/>
          </p:nvGrpSpPr>
          <p:grpSpPr>
            <a:xfrm rot="10800000">
              <a:off x="3056329" y="1225496"/>
              <a:ext cx="2173362" cy="520931"/>
              <a:chOff x="0" y="-47625"/>
              <a:chExt cx="429306" cy="102900"/>
            </a:xfrm>
          </p:grpSpPr>
          <p:sp>
            <p:nvSpPr>
              <p:cNvPr id="254" name="Google Shape;254;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6" name="Google Shape;256;p7"/>
            <p:cNvGrpSpPr/>
            <p:nvPr/>
          </p:nvGrpSpPr>
          <p:grpSpPr>
            <a:xfrm rot="10800000">
              <a:off x="4282710" y="409333"/>
              <a:ext cx="2173362" cy="520931"/>
              <a:chOff x="0" y="-47625"/>
              <a:chExt cx="429306" cy="102900"/>
            </a:xfrm>
          </p:grpSpPr>
          <p:sp>
            <p:nvSpPr>
              <p:cNvPr id="257" name="Google Shape;257;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9" name="Google Shape;259;p7"/>
            <p:cNvGrpSpPr/>
            <p:nvPr/>
          </p:nvGrpSpPr>
          <p:grpSpPr>
            <a:xfrm rot="10800000">
              <a:off x="1969648" y="420756"/>
              <a:ext cx="2173362" cy="520931"/>
              <a:chOff x="0" y="-47625"/>
              <a:chExt cx="429306" cy="102900"/>
            </a:xfrm>
          </p:grpSpPr>
          <p:sp>
            <p:nvSpPr>
              <p:cNvPr id="260" name="Google Shape;260;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2" name="Google Shape;262;p7"/>
            <p:cNvGrpSpPr/>
            <p:nvPr/>
          </p:nvGrpSpPr>
          <p:grpSpPr>
            <a:xfrm rot="10800000">
              <a:off x="1295727" y="1225496"/>
              <a:ext cx="1191034" cy="520931"/>
              <a:chOff x="0" y="-47625"/>
              <a:chExt cx="235266" cy="102900"/>
            </a:xfrm>
          </p:grpSpPr>
          <p:sp>
            <p:nvSpPr>
              <p:cNvPr id="263" name="Google Shape;263;p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7"/>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5" name="Google Shape;265;p7"/>
            <p:cNvGrpSpPr/>
            <p:nvPr/>
          </p:nvGrpSpPr>
          <p:grpSpPr>
            <a:xfrm rot="10800000">
              <a:off x="2" y="420756"/>
              <a:ext cx="1191034" cy="520931"/>
              <a:chOff x="0" y="-47625"/>
              <a:chExt cx="235266" cy="102900"/>
            </a:xfrm>
          </p:grpSpPr>
          <p:sp>
            <p:nvSpPr>
              <p:cNvPr id="266" name="Google Shape;266;p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7"/>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8" name="Google Shape;268;p7"/>
            <p:cNvGrpSpPr/>
            <p:nvPr/>
          </p:nvGrpSpPr>
          <p:grpSpPr>
            <a:xfrm rot="10800000">
              <a:off x="6598555" y="420693"/>
              <a:ext cx="1202850" cy="498150"/>
              <a:chOff x="0" y="-47625"/>
              <a:chExt cx="237600" cy="98400"/>
            </a:xfrm>
          </p:grpSpPr>
          <p:sp>
            <p:nvSpPr>
              <p:cNvPr id="269" name="Google Shape;269;p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7"/>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1" name="Google Shape;271;p7"/>
            <p:cNvGrpSpPr/>
            <p:nvPr/>
          </p:nvGrpSpPr>
          <p:grpSpPr>
            <a:xfrm rot="10800000">
              <a:off x="3423956" y="819231"/>
              <a:ext cx="4377448" cy="520931"/>
              <a:chOff x="0" y="-47625"/>
              <a:chExt cx="864681" cy="102900"/>
            </a:xfrm>
          </p:grpSpPr>
          <p:sp>
            <p:nvSpPr>
              <p:cNvPr id="272" name="Google Shape;272;p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7"/>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4" name="Google Shape;274;p7"/>
            <p:cNvGrpSpPr/>
            <p:nvPr/>
          </p:nvGrpSpPr>
          <p:grpSpPr>
            <a:xfrm rot="10800000">
              <a:off x="3423956" y="-564"/>
              <a:ext cx="4377448" cy="520931"/>
              <a:chOff x="0" y="-47625"/>
              <a:chExt cx="864681" cy="102900"/>
            </a:xfrm>
          </p:grpSpPr>
          <p:sp>
            <p:nvSpPr>
              <p:cNvPr id="275" name="Google Shape;275;p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7"/>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77" name="Google Shape;277;p7"/>
          <p:cNvGrpSpPr/>
          <p:nvPr/>
        </p:nvGrpSpPr>
        <p:grpSpPr>
          <a:xfrm rot="2821244">
            <a:off x="16959832" y="165852"/>
            <a:ext cx="1057608" cy="1194515"/>
            <a:chOff x="-95789" y="-89371"/>
            <a:chExt cx="1410145" cy="1592687"/>
          </a:xfrm>
        </p:grpSpPr>
        <p:grpSp>
          <p:nvGrpSpPr>
            <p:cNvPr id="278" name="Google Shape;278;p7"/>
            <p:cNvGrpSpPr/>
            <p:nvPr/>
          </p:nvGrpSpPr>
          <p:grpSpPr>
            <a:xfrm rot="-2821068">
              <a:off x="134816" y="282908"/>
              <a:ext cx="943563" cy="1040889"/>
              <a:chOff x="0" y="-47625"/>
              <a:chExt cx="343200" cy="378600"/>
            </a:xfrm>
          </p:grpSpPr>
          <p:sp>
            <p:nvSpPr>
              <p:cNvPr id="279" name="Google Shape;279;p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7"/>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7"/>
            <p:cNvGrpSpPr/>
            <p:nvPr/>
          </p:nvGrpSpPr>
          <p:grpSpPr>
            <a:xfrm rot="-2821068">
              <a:off x="140189" y="90147"/>
              <a:ext cx="943563" cy="1040889"/>
              <a:chOff x="0" y="-47625"/>
              <a:chExt cx="343200" cy="378600"/>
            </a:xfrm>
          </p:grpSpPr>
          <p:sp>
            <p:nvSpPr>
              <p:cNvPr id="282" name="Google Shape;282;p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7"/>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4" name="Google Shape;284;p7"/>
            <p:cNvGrpSpPr/>
            <p:nvPr/>
          </p:nvGrpSpPr>
          <p:grpSpPr>
            <a:xfrm>
              <a:off x="625032" y="253444"/>
              <a:ext cx="69946" cy="699550"/>
              <a:chOff x="0" y="-47625"/>
              <a:chExt cx="31856" cy="318600"/>
            </a:xfrm>
          </p:grpSpPr>
          <p:sp>
            <p:nvSpPr>
              <p:cNvPr id="285" name="Google Shape;285;p7"/>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7"/>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7" name="Google Shape;287;p7"/>
            <p:cNvGrpSpPr/>
            <p:nvPr/>
          </p:nvGrpSpPr>
          <p:grpSpPr>
            <a:xfrm rot="5400000">
              <a:off x="675978" y="305678"/>
              <a:ext cx="72520" cy="699550"/>
              <a:chOff x="0" y="-47625"/>
              <a:chExt cx="33028" cy="318600"/>
            </a:xfrm>
          </p:grpSpPr>
          <p:sp>
            <p:nvSpPr>
              <p:cNvPr id="288" name="Google Shape;288;p7"/>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7"/>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90" name="Google Shape;290;p7"/>
          <p:cNvSpPr/>
          <p:nvPr/>
        </p:nvSpPr>
        <p:spPr>
          <a:xfrm>
            <a:off x="15378768" y="4930826"/>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1"/>
        <p:cNvGrpSpPr/>
        <p:nvPr/>
      </p:nvGrpSpPr>
      <p:grpSpPr>
        <a:xfrm>
          <a:off x="0" y="0"/>
          <a:ext cx="0" cy="0"/>
          <a:chOff x="0" y="0"/>
          <a:chExt cx="0" cy="0"/>
        </a:xfrm>
      </p:grpSpPr>
      <p:sp>
        <p:nvSpPr>
          <p:cNvPr id="292" name="Google Shape;292;p8"/>
          <p:cNvSpPr txBox="1">
            <a:spLocks noGrp="1"/>
          </p:cNvSpPr>
          <p:nvPr>
            <p:ph type="title"/>
          </p:nvPr>
        </p:nvSpPr>
        <p:spPr>
          <a:xfrm>
            <a:off x="751125" y="2798775"/>
            <a:ext cx="165000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93" name="Google Shape;293;p8"/>
          <p:cNvGrpSpPr/>
          <p:nvPr/>
        </p:nvGrpSpPr>
        <p:grpSpPr>
          <a:xfrm>
            <a:off x="11999778" y="8693380"/>
            <a:ext cx="5851052" cy="1310243"/>
            <a:chOff x="2" y="-564"/>
            <a:chExt cx="7801403" cy="1746991"/>
          </a:xfrm>
        </p:grpSpPr>
        <p:grpSp>
          <p:nvGrpSpPr>
            <p:cNvPr id="294" name="Google Shape;294;p8"/>
            <p:cNvGrpSpPr/>
            <p:nvPr/>
          </p:nvGrpSpPr>
          <p:grpSpPr>
            <a:xfrm rot="10800000">
              <a:off x="5628043" y="1225496"/>
              <a:ext cx="2173362" cy="520931"/>
              <a:chOff x="0" y="-47625"/>
              <a:chExt cx="429306" cy="102900"/>
            </a:xfrm>
          </p:grpSpPr>
          <p:sp>
            <p:nvSpPr>
              <p:cNvPr id="295" name="Google Shape;295;p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7" name="Google Shape;297;p8"/>
            <p:cNvGrpSpPr/>
            <p:nvPr/>
          </p:nvGrpSpPr>
          <p:grpSpPr>
            <a:xfrm rot="10800000">
              <a:off x="3056329" y="1225496"/>
              <a:ext cx="2173362" cy="520931"/>
              <a:chOff x="0" y="-47625"/>
              <a:chExt cx="429306" cy="102900"/>
            </a:xfrm>
          </p:grpSpPr>
          <p:sp>
            <p:nvSpPr>
              <p:cNvPr id="298" name="Google Shape;298;p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0" name="Google Shape;300;p8"/>
            <p:cNvGrpSpPr/>
            <p:nvPr/>
          </p:nvGrpSpPr>
          <p:grpSpPr>
            <a:xfrm rot="10800000">
              <a:off x="4282710" y="409333"/>
              <a:ext cx="2173362" cy="520931"/>
              <a:chOff x="0" y="-47625"/>
              <a:chExt cx="429306" cy="102900"/>
            </a:xfrm>
          </p:grpSpPr>
          <p:sp>
            <p:nvSpPr>
              <p:cNvPr id="301" name="Google Shape;301;p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3" name="Google Shape;303;p8"/>
            <p:cNvGrpSpPr/>
            <p:nvPr/>
          </p:nvGrpSpPr>
          <p:grpSpPr>
            <a:xfrm rot="10800000">
              <a:off x="1969648" y="420756"/>
              <a:ext cx="2173362" cy="520931"/>
              <a:chOff x="0" y="-47625"/>
              <a:chExt cx="429306" cy="102900"/>
            </a:xfrm>
          </p:grpSpPr>
          <p:sp>
            <p:nvSpPr>
              <p:cNvPr id="304" name="Google Shape;304;p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8"/>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6" name="Google Shape;306;p8"/>
            <p:cNvGrpSpPr/>
            <p:nvPr/>
          </p:nvGrpSpPr>
          <p:grpSpPr>
            <a:xfrm rot="10800000">
              <a:off x="1295727" y="1225496"/>
              <a:ext cx="1191034" cy="520931"/>
              <a:chOff x="0" y="-47625"/>
              <a:chExt cx="235266" cy="102900"/>
            </a:xfrm>
          </p:grpSpPr>
          <p:sp>
            <p:nvSpPr>
              <p:cNvPr id="307" name="Google Shape;307;p8"/>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8"/>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9" name="Google Shape;309;p8"/>
            <p:cNvGrpSpPr/>
            <p:nvPr/>
          </p:nvGrpSpPr>
          <p:grpSpPr>
            <a:xfrm rot="10800000">
              <a:off x="2" y="420756"/>
              <a:ext cx="1191034" cy="520931"/>
              <a:chOff x="0" y="-47625"/>
              <a:chExt cx="235266" cy="102900"/>
            </a:xfrm>
          </p:grpSpPr>
          <p:sp>
            <p:nvSpPr>
              <p:cNvPr id="310" name="Google Shape;310;p8"/>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2" name="Google Shape;312;p8"/>
            <p:cNvGrpSpPr/>
            <p:nvPr/>
          </p:nvGrpSpPr>
          <p:grpSpPr>
            <a:xfrm rot="10800000">
              <a:off x="6598555" y="420693"/>
              <a:ext cx="1202850" cy="498150"/>
              <a:chOff x="0" y="-47625"/>
              <a:chExt cx="237600" cy="98400"/>
            </a:xfrm>
          </p:grpSpPr>
          <p:sp>
            <p:nvSpPr>
              <p:cNvPr id="313" name="Google Shape;313;p8"/>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5" name="Google Shape;315;p8"/>
            <p:cNvGrpSpPr/>
            <p:nvPr/>
          </p:nvGrpSpPr>
          <p:grpSpPr>
            <a:xfrm rot="10800000">
              <a:off x="3423956" y="819231"/>
              <a:ext cx="4377448" cy="520931"/>
              <a:chOff x="0" y="-47625"/>
              <a:chExt cx="864681" cy="102900"/>
            </a:xfrm>
          </p:grpSpPr>
          <p:sp>
            <p:nvSpPr>
              <p:cNvPr id="316" name="Google Shape;316;p8"/>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8" name="Google Shape;318;p8"/>
            <p:cNvGrpSpPr/>
            <p:nvPr/>
          </p:nvGrpSpPr>
          <p:grpSpPr>
            <a:xfrm rot="10800000">
              <a:off x="3423956" y="-564"/>
              <a:ext cx="4377448" cy="520931"/>
              <a:chOff x="0" y="-47625"/>
              <a:chExt cx="864681" cy="102900"/>
            </a:xfrm>
          </p:grpSpPr>
          <p:sp>
            <p:nvSpPr>
              <p:cNvPr id="319" name="Google Shape;319;p8"/>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21" name="Google Shape;321;p8"/>
          <p:cNvGrpSpPr/>
          <p:nvPr/>
        </p:nvGrpSpPr>
        <p:grpSpPr>
          <a:xfrm rot="2821244">
            <a:off x="16959832" y="165852"/>
            <a:ext cx="1057608" cy="1194515"/>
            <a:chOff x="-95789" y="-89371"/>
            <a:chExt cx="1410145" cy="1592687"/>
          </a:xfrm>
        </p:grpSpPr>
        <p:grpSp>
          <p:nvGrpSpPr>
            <p:cNvPr id="322" name="Google Shape;322;p8"/>
            <p:cNvGrpSpPr/>
            <p:nvPr/>
          </p:nvGrpSpPr>
          <p:grpSpPr>
            <a:xfrm rot="-2821068">
              <a:off x="134816" y="282908"/>
              <a:ext cx="943563" cy="1040889"/>
              <a:chOff x="0" y="-47625"/>
              <a:chExt cx="343200" cy="378600"/>
            </a:xfrm>
          </p:grpSpPr>
          <p:sp>
            <p:nvSpPr>
              <p:cNvPr id="323" name="Google Shape;323;p8"/>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5" name="Google Shape;325;p8"/>
            <p:cNvGrpSpPr/>
            <p:nvPr/>
          </p:nvGrpSpPr>
          <p:grpSpPr>
            <a:xfrm rot="-2821068">
              <a:off x="140189" y="90147"/>
              <a:ext cx="943563" cy="1040889"/>
              <a:chOff x="0" y="-47625"/>
              <a:chExt cx="343200" cy="378600"/>
            </a:xfrm>
          </p:grpSpPr>
          <p:sp>
            <p:nvSpPr>
              <p:cNvPr id="326" name="Google Shape;326;p8"/>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8" name="Google Shape;328;p8"/>
            <p:cNvGrpSpPr/>
            <p:nvPr/>
          </p:nvGrpSpPr>
          <p:grpSpPr>
            <a:xfrm>
              <a:off x="625032" y="253444"/>
              <a:ext cx="69946" cy="699550"/>
              <a:chOff x="0" y="-47625"/>
              <a:chExt cx="31856" cy="318600"/>
            </a:xfrm>
          </p:grpSpPr>
          <p:sp>
            <p:nvSpPr>
              <p:cNvPr id="329" name="Google Shape;329;p8"/>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1" name="Google Shape;331;p8"/>
            <p:cNvGrpSpPr/>
            <p:nvPr/>
          </p:nvGrpSpPr>
          <p:grpSpPr>
            <a:xfrm rot="5400000">
              <a:off x="675978" y="305678"/>
              <a:ext cx="72520" cy="699550"/>
              <a:chOff x="0" y="-47625"/>
              <a:chExt cx="33028" cy="318600"/>
            </a:xfrm>
          </p:grpSpPr>
          <p:sp>
            <p:nvSpPr>
              <p:cNvPr id="332" name="Google Shape;332;p8"/>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34" name="Google Shape;334;p8"/>
          <p:cNvSpPr/>
          <p:nvPr/>
        </p:nvSpPr>
        <p:spPr>
          <a:xfrm>
            <a:off x="15378768" y="4930826"/>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5"/>
        <p:cNvGrpSpPr/>
        <p:nvPr/>
      </p:nvGrpSpPr>
      <p:grpSpPr>
        <a:xfrm>
          <a:off x="0" y="0"/>
          <a:ext cx="0" cy="0"/>
          <a:chOff x="0" y="0"/>
          <a:chExt cx="0" cy="0"/>
        </a:xfrm>
      </p:grpSpPr>
      <p:sp>
        <p:nvSpPr>
          <p:cNvPr id="336" name="Google Shape;336;p9"/>
          <p:cNvSpPr txBox="1">
            <a:spLocks noGrp="1"/>
          </p:cNvSpPr>
          <p:nvPr>
            <p:ph type="title"/>
          </p:nvPr>
        </p:nvSpPr>
        <p:spPr>
          <a:xfrm>
            <a:off x="742950" y="4058913"/>
            <a:ext cx="16404600" cy="1161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500"/>
              <a:buNone/>
              <a:defRPr/>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a:endParaRPr/>
          </a:p>
        </p:txBody>
      </p:sp>
      <p:sp>
        <p:nvSpPr>
          <p:cNvPr id="337" name="Google Shape;337;p9"/>
          <p:cNvSpPr txBox="1">
            <a:spLocks noGrp="1"/>
          </p:cNvSpPr>
          <p:nvPr>
            <p:ph type="body" idx="1"/>
          </p:nvPr>
        </p:nvSpPr>
        <p:spPr>
          <a:xfrm>
            <a:off x="5336650" y="5817575"/>
            <a:ext cx="7453200" cy="3043800"/>
          </a:xfrm>
          <a:prstGeom prst="rect">
            <a:avLst/>
          </a:prstGeom>
          <a:noFill/>
          <a:ln>
            <a:noFill/>
          </a:ln>
        </p:spPr>
        <p:txBody>
          <a:bodyPr spcFirstLastPara="1" wrap="square" lIns="91425" tIns="45700" rIns="91425" bIns="45700" anchor="t" anchorCtr="0">
            <a:normAutofit/>
          </a:bodyPr>
          <a:lstStyle>
            <a:lvl1pPr marL="457200" lvl="0" indent="-323850" algn="l">
              <a:spcBef>
                <a:spcPts val="640"/>
              </a:spcBef>
              <a:spcAft>
                <a:spcPts val="0"/>
              </a:spcAft>
              <a:buClr>
                <a:schemeClr val="dk1"/>
              </a:buClr>
              <a:buSzPts val="1500"/>
              <a:buChar char="•"/>
              <a:defRPr/>
            </a:lvl1pPr>
            <a:lvl2pPr marL="914400" lvl="1" indent="-323850" algn="l">
              <a:spcBef>
                <a:spcPts val="560"/>
              </a:spcBef>
              <a:spcAft>
                <a:spcPts val="0"/>
              </a:spcAft>
              <a:buClr>
                <a:schemeClr val="dk1"/>
              </a:buClr>
              <a:buSzPts val="1500"/>
              <a:buChar char="–"/>
              <a:defRPr/>
            </a:lvl2pPr>
            <a:lvl3pPr marL="1371600" lvl="2" indent="-323850" algn="l">
              <a:spcBef>
                <a:spcPts val="480"/>
              </a:spcBef>
              <a:spcAft>
                <a:spcPts val="0"/>
              </a:spcAft>
              <a:buClr>
                <a:schemeClr val="dk1"/>
              </a:buClr>
              <a:buSzPts val="1500"/>
              <a:buChar char="•"/>
              <a:defRPr/>
            </a:lvl3pPr>
            <a:lvl4pPr marL="1828800" lvl="3" indent="-323850" algn="l">
              <a:spcBef>
                <a:spcPts val="400"/>
              </a:spcBef>
              <a:spcAft>
                <a:spcPts val="0"/>
              </a:spcAft>
              <a:buClr>
                <a:schemeClr val="dk1"/>
              </a:buClr>
              <a:buSzPts val="1500"/>
              <a:buChar char="–"/>
              <a:defRPr/>
            </a:lvl4pPr>
            <a:lvl5pPr marL="2286000" lvl="4" indent="-323850" algn="l">
              <a:spcBef>
                <a:spcPts val="400"/>
              </a:spcBef>
              <a:spcAft>
                <a:spcPts val="0"/>
              </a:spcAft>
              <a:buClr>
                <a:schemeClr val="dk1"/>
              </a:buClr>
              <a:buSzPts val="1500"/>
              <a:buChar char="»"/>
              <a:defRPr/>
            </a:lvl5pPr>
            <a:lvl6pPr marL="2743200" lvl="5" indent="-323850" algn="l">
              <a:spcBef>
                <a:spcPts val="400"/>
              </a:spcBef>
              <a:spcAft>
                <a:spcPts val="0"/>
              </a:spcAft>
              <a:buClr>
                <a:schemeClr val="dk1"/>
              </a:buClr>
              <a:buSzPts val="1500"/>
              <a:buChar char="•"/>
              <a:defRPr/>
            </a:lvl6pPr>
            <a:lvl7pPr marL="3200400" lvl="6" indent="-323850" algn="l">
              <a:spcBef>
                <a:spcPts val="400"/>
              </a:spcBef>
              <a:spcAft>
                <a:spcPts val="0"/>
              </a:spcAft>
              <a:buClr>
                <a:schemeClr val="dk1"/>
              </a:buClr>
              <a:buSzPts val="1500"/>
              <a:buChar char="•"/>
              <a:defRPr/>
            </a:lvl7pPr>
            <a:lvl8pPr marL="3657600" lvl="7" indent="-323850" algn="l">
              <a:spcBef>
                <a:spcPts val="400"/>
              </a:spcBef>
              <a:spcAft>
                <a:spcPts val="0"/>
              </a:spcAft>
              <a:buClr>
                <a:schemeClr val="dk1"/>
              </a:buClr>
              <a:buSzPts val="1500"/>
              <a:buChar char="•"/>
              <a:defRPr/>
            </a:lvl8pPr>
            <a:lvl9pPr marL="4114800" lvl="8" indent="-323850" algn="l">
              <a:spcBef>
                <a:spcPts val="400"/>
              </a:spcBef>
              <a:spcAft>
                <a:spcPts val="0"/>
              </a:spcAft>
              <a:buClr>
                <a:schemeClr val="dk1"/>
              </a:buClr>
              <a:buSzPts val="1500"/>
              <a:buChar char="•"/>
              <a:defRPr/>
            </a:lvl9pPr>
          </a:lstStyle>
          <a:p>
            <a:endParaRPr/>
          </a:p>
        </p:txBody>
      </p:sp>
      <p:sp>
        <p:nvSpPr>
          <p:cNvPr id="338" name="Google Shape;338;p9"/>
          <p:cNvSpPr txBox="1">
            <a:spLocks noGrp="1"/>
          </p:cNvSpPr>
          <p:nvPr>
            <p:ph type="body" idx="2"/>
          </p:nvPr>
        </p:nvSpPr>
        <p:spPr>
          <a:xfrm>
            <a:off x="742950" y="5817580"/>
            <a:ext cx="4386600" cy="3285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500"/>
              <a:buNone/>
              <a:defRPr/>
            </a:lvl1pPr>
            <a:lvl2pPr marL="914400" lvl="1" indent="-228600" algn="l">
              <a:spcBef>
                <a:spcPts val="240"/>
              </a:spcBef>
              <a:spcAft>
                <a:spcPts val="0"/>
              </a:spcAft>
              <a:buClr>
                <a:schemeClr val="dk1"/>
              </a:buClr>
              <a:buSzPts val="1500"/>
              <a:buNone/>
              <a:defRPr/>
            </a:lvl2pPr>
            <a:lvl3pPr marL="1371600" lvl="2" indent="-228600" algn="l">
              <a:spcBef>
                <a:spcPts val="200"/>
              </a:spcBef>
              <a:spcAft>
                <a:spcPts val="0"/>
              </a:spcAft>
              <a:buClr>
                <a:schemeClr val="dk1"/>
              </a:buClr>
              <a:buSzPts val="1500"/>
              <a:buNone/>
              <a:defRPr/>
            </a:lvl3pPr>
            <a:lvl4pPr marL="1828800" lvl="3" indent="-228600" algn="l">
              <a:spcBef>
                <a:spcPts val="180"/>
              </a:spcBef>
              <a:spcAft>
                <a:spcPts val="0"/>
              </a:spcAft>
              <a:buClr>
                <a:schemeClr val="dk1"/>
              </a:buClr>
              <a:buSzPts val="1500"/>
              <a:buNone/>
              <a:defRPr/>
            </a:lvl4pPr>
            <a:lvl5pPr marL="2286000" lvl="4" indent="-228600" algn="l">
              <a:spcBef>
                <a:spcPts val="180"/>
              </a:spcBef>
              <a:spcAft>
                <a:spcPts val="0"/>
              </a:spcAft>
              <a:buClr>
                <a:schemeClr val="dk1"/>
              </a:buClr>
              <a:buSzPts val="1500"/>
              <a:buNone/>
              <a:defRPr/>
            </a:lvl5pPr>
            <a:lvl6pPr marL="2743200" lvl="5" indent="-228600" algn="l">
              <a:spcBef>
                <a:spcPts val="180"/>
              </a:spcBef>
              <a:spcAft>
                <a:spcPts val="0"/>
              </a:spcAft>
              <a:buClr>
                <a:schemeClr val="dk1"/>
              </a:buClr>
              <a:buSzPts val="1500"/>
              <a:buNone/>
              <a:defRPr/>
            </a:lvl6pPr>
            <a:lvl7pPr marL="3200400" lvl="6" indent="-228600" algn="l">
              <a:spcBef>
                <a:spcPts val="180"/>
              </a:spcBef>
              <a:spcAft>
                <a:spcPts val="0"/>
              </a:spcAft>
              <a:buClr>
                <a:schemeClr val="dk1"/>
              </a:buClr>
              <a:buSzPts val="1500"/>
              <a:buNone/>
              <a:defRPr/>
            </a:lvl7pPr>
            <a:lvl8pPr marL="3657600" lvl="7" indent="-228600" algn="l">
              <a:spcBef>
                <a:spcPts val="180"/>
              </a:spcBef>
              <a:spcAft>
                <a:spcPts val="0"/>
              </a:spcAft>
              <a:buClr>
                <a:schemeClr val="dk1"/>
              </a:buClr>
              <a:buSzPts val="1500"/>
              <a:buNone/>
              <a:defRPr/>
            </a:lvl8pPr>
            <a:lvl9pPr marL="4114800" lvl="8" indent="-228600" algn="l">
              <a:spcBef>
                <a:spcPts val="180"/>
              </a:spcBef>
              <a:spcAft>
                <a:spcPts val="0"/>
              </a:spcAft>
              <a:buClr>
                <a:schemeClr val="dk1"/>
              </a:buClr>
              <a:buSzPts val="1500"/>
              <a:buNone/>
              <a:defRPr/>
            </a:lvl9pPr>
          </a:lstStyle>
          <a:p>
            <a:endParaRPr/>
          </a:p>
        </p:txBody>
      </p:sp>
      <p:grpSp>
        <p:nvGrpSpPr>
          <p:cNvPr id="339" name="Google Shape;339;p9"/>
          <p:cNvGrpSpPr/>
          <p:nvPr/>
        </p:nvGrpSpPr>
        <p:grpSpPr>
          <a:xfrm rot="2821244">
            <a:off x="16959832" y="165852"/>
            <a:ext cx="1057608" cy="1194515"/>
            <a:chOff x="-95789" y="-89371"/>
            <a:chExt cx="1410145" cy="1592687"/>
          </a:xfrm>
        </p:grpSpPr>
        <p:grpSp>
          <p:nvGrpSpPr>
            <p:cNvPr id="340" name="Google Shape;340;p9"/>
            <p:cNvGrpSpPr/>
            <p:nvPr/>
          </p:nvGrpSpPr>
          <p:grpSpPr>
            <a:xfrm rot="-2821068">
              <a:off x="134816" y="282908"/>
              <a:ext cx="943563" cy="1040889"/>
              <a:chOff x="0" y="-47625"/>
              <a:chExt cx="343200" cy="378600"/>
            </a:xfrm>
          </p:grpSpPr>
          <p:sp>
            <p:nvSpPr>
              <p:cNvPr id="341" name="Google Shape;341;p9"/>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3" name="Google Shape;343;p9"/>
            <p:cNvGrpSpPr/>
            <p:nvPr/>
          </p:nvGrpSpPr>
          <p:grpSpPr>
            <a:xfrm rot="-2821068">
              <a:off x="140189" y="90147"/>
              <a:ext cx="943563" cy="1040889"/>
              <a:chOff x="0" y="-47625"/>
              <a:chExt cx="343200" cy="378600"/>
            </a:xfrm>
          </p:grpSpPr>
          <p:sp>
            <p:nvSpPr>
              <p:cNvPr id="344" name="Google Shape;344;p9"/>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6" name="Google Shape;346;p9"/>
            <p:cNvGrpSpPr/>
            <p:nvPr/>
          </p:nvGrpSpPr>
          <p:grpSpPr>
            <a:xfrm>
              <a:off x="625032" y="253444"/>
              <a:ext cx="69946" cy="699550"/>
              <a:chOff x="0" y="-47625"/>
              <a:chExt cx="31856" cy="318600"/>
            </a:xfrm>
          </p:grpSpPr>
          <p:sp>
            <p:nvSpPr>
              <p:cNvPr id="347" name="Google Shape;347;p9"/>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9" name="Google Shape;349;p9"/>
            <p:cNvGrpSpPr/>
            <p:nvPr/>
          </p:nvGrpSpPr>
          <p:grpSpPr>
            <a:xfrm rot="5400000">
              <a:off x="675978" y="305678"/>
              <a:ext cx="72520" cy="699550"/>
              <a:chOff x="0" y="-47625"/>
              <a:chExt cx="33028" cy="318600"/>
            </a:xfrm>
          </p:grpSpPr>
          <p:sp>
            <p:nvSpPr>
              <p:cNvPr id="350" name="Google Shape;350;p9"/>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9"/>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52" name="Google Shape;352;p9"/>
          <p:cNvSpPr/>
          <p:nvPr/>
        </p:nvSpPr>
        <p:spPr>
          <a:xfrm>
            <a:off x="14580281" y="4222181"/>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353" name="Google Shape;353;p9"/>
          <p:cNvGrpSpPr/>
          <p:nvPr/>
        </p:nvGrpSpPr>
        <p:grpSpPr>
          <a:xfrm>
            <a:off x="12072976" y="8575885"/>
            <a:ext cx="5851052" cy="1310243"/>
            <a:chOff x="2" y="-564"/>
            <a:chExt cx="7801403" cy="1746991"/>
          </a:xfrm>
        </p:grpSpPr>
        <p:grpSp>
          <p:nvGrpSpPr>
            <p:cNvPr id="354" name="Google Shape;354;p9"/>
            <p:cNvGrpSpPr/>
            <p:nvPr/>
          </p:nvGrpSpPr>
          <p:grpSpPr>
            <a:xfrm rot="10800000">
              <a:off x="5628043" y="1225496"/>
              <a:ext cx="2173362" cy="520931"/>
              <a:chOff x="0" y="-47625"/>
              <a:chExt cx="429306" cy="102900"/>
            </a:xfrm>
          </p:grpSpPr>
          <p:sp>
            <p:nvSpPr>
              <p:cNvPr id="355" name="Google Shape;355;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7" name="Google Shape;357;p9"/>
            <p:cNvGrpSpPr/>
            <p:nvPr/>
          </p:nvGrpSpPr>
          <p:grpSpPr>
            <a:xfrm rot="10800000">
              <a:off x="3056329" y="1225496"/>
              <a:ext cx="2173362" cy="520931"/>
              <a:chOff x="0" y="-47625"/>
              <a:chExt cx="429306" cy="102900"/>
            </a:xfrm>
          </p:grpSpPr>
          <p:sp>
            <p:nvSpPr>
              <p:cNvPr id="358" name="Google Shape;358;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0" name="Google Shape;360;p9"/>
            <p:cNvGrpSpPr/>
            <p:nvPr/>
          </p:nvGrpSpPr>
          <p:grpSpPr>
            <a:xfrm rot="10800000">
              <a:off x="4282710" y="409333"/>
              <a:ext cx="2173362" cy="520931"/>
              <a:chOff x="0" y="-47625"/>
              <a:chExt cx="429306" cy="102900"/>
            </a:xfrm>
          </p:grpSpPr>
          <p:sp>
            <p:nvSpPr>
              <p:cNvPr id="361" name="Google Shape;361;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3" name="Google Shape;363;p9"/>
            <p:cNvGrpSpPr/>
            <p:nvPr/>
          </p:nvGrpSpPr>
          <p:grpSpPr>
            <a:xfrm rot="10800000">
              <a:off x="1969648" y="420756"/>
              <a:ext cx="2173362" cy="520931"/>
              <a:chOff x="0" y="-47625"/>
              <a:chExt cx="429306" cy="102900"/>
            </a:xfrm>
          </p:grpSpPr>
          <p:sp>
            <p:nvSpPr>
              <p:cNvPr id="364" name="Google Shape;364;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6" name="Google Shape;366;p9"/>
            <p:cNvGrpSpPr/>
            <p:nvPr/>
          </p:nvGrpSpPr>
          <p:grpSpPr>
            <a:xfrm rot="10800000">
              <a:off x="1295727" y="1225496"/>
              <a:ext cx="1191034" cy="520931"/>
              <a:chOff x="0" y="-47625"/>
              <a:chExt cx="235266" cy="102900"/>
            </a:xfrm>
          </p:grpSpPr>
          <p:sp>
            <p:nvSpPr>
              <p:cNvPr id="367" name="Google Shape;367;p9"/>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9" name="Google Shape;369;p9"/>
            <p:cNvGrpSpPr/>
            <p:nvPr/>
          </p:nvGrpSpPr>
          <p:grpSpPr>
            <a:xfrm rot="10800000">
              <a:off x="2" y="420756"/>
              <a:ext cx="1191034" cy="520931"/>
              <a:chOff x="0" y="-47625"/>
              <a:chExt cx="235266" cy="102900"/>
            </a:xfrm>
          </p:grpSpPr>
          <p:sp>
            <p:nvSpPr>
              <p:cNvPr id="370" name="Google Shape;370;p9"/>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2" name="Google Shape;372;p9"/>
            <p:cNvGrpSpPr/>
            <p:nvPr/>
          </p:nvGrpSpPr>
          <p:grpSpPr>
            <a:xfrm rot="10800000">
              <a:off x="6598555" y="420693"/>
              <a:ext cx="1202850" cy="498150"/>
              <a:chOff x="0" y="-47625"/>
              <a:chExt cx="237600" cy="98400"/>
            </a:xfrm>
          </p:grpSpPr>
          <p:sp>
            <p:nvSpPr>
              <p:cNvPr id="373" name="Google Shape;373;p9"/>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5" name="Google Shape;375;p9"/>
            <p:cNvGrpSpPr/>
            <p:nvPr/>
          </p:nvGrpSpPr>
          <p:grpSpPr>
            <a:xfrm rot="10800000">
              <a:off x="3423956" y="819231"/>
              <a:ext cx="4377448" cy="520931"/>
              <a:chOff x="0" y="-47625"/>
              <a:chExt cx="864681" cy="102900"/>
            </a:xfrm>
          </p:grpSpPr>
          <p:sp>
            <p:nvSpPr>
              <p:cNvPr id="376" name="Google Shape;376;p9"/>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8" name="Google Shape;378;p9"/>
            <p:cNvGrpSpPr/>
            <p:nvPr/>
          </p:nvGrpSpPr>
          <p:grpSpPr>
            <a:xfrm rot="10800000">
              <a:off x="3423956" y="-564"/>
              <a:ext cx="4377448" cy="520931"/>
              <a:chOff x="0" y="-47625"/>
              <a:chExt cx="864681" cy="102900"/>
            </a:xfrm>
          </p:grpSpPr>
          <p:sp>
            <p:nvSpPr>
              <p:cNvPr id="379" name="Google Shape;379;p9"/>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81"/>
        <p:cNvGrpSpPr/>
        <p:nvPr/>
      </p:nvGrpSpPr>
      <p:grpSpPr>
        <a:xfrm>
          <a:off x="0" y="0"/>
          <a:ext cx="0" cy="0"/>
          <a:chOff x="0" y="0"/>
          <a:chExt cx="0" cy="0"/>
        </a:xfrm>
      </p:grpSpPr>
      <p:sp>
        <p:nvSpPr>
          <p:cNvPr id="382" name="Google Shape;382;p10"/>
          <p:cNvSpPr txBox="1">
            <a:spLocks noGrp="1"/>
          </p:cNvSpPr>
          <p:nvPr>
            <p:ph type="title"/>
          </p:nvPr>
        </p:nvSpPr>
        <p:spPr>
          <a:xfrm>
            <a:off x="1002575" y="4737700"/>
            <a:ext cx="168717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500"/>
              <a:buNone/>
              <a:defRPr/>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a:endParaRPr/>
          </a:p>
        </p:txBody>
      </p:sp>
      <p:sp>
        <p:nvSpPr>
          <p:cNvPr id="383" name="Google Shape;383;p10"/>
          <p:cNvSpPr>
            <a:spLocks noGrp="1"/>
          </p:cNvSpPr>
          <p:nvPr>
            <p:ph type="pic" idx="2"/>
          </p:nvPr>
        </p:nvSpPr>
        <p:spPr>
          <a:xfrm>
            <a:off x="1125547" y="5629275"/>
            <a:ext cx="4245000" cy="3183900"/>
          </a:xfrm>
          <a:prstGeom prst="rect">
            <a:avLst/>
          </a:prstGeom>
          <a:noFill/>
          <a:ln>
            <a:noFill/>
          </a:ln>
        </p:spPr>
      </p:sp>
      <p:sp>
        <p:nvSpPr>
          <p:cNvPr id="384" name="Google Shape;384;p10"/>
          <p:cNvSpPr txBox="1">
            <a:spLocks noGrp="1"/>
          </p:cNvSpPr>
          <p:nvPr>
            <p:ph type="body" idx="1"/>
          </p:nvPr>
        </p:nvSpPr>
        <p:spPr>
          <a:xfrm>
            <a:off x="6159513" y="608168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500"/>
              <a:buNone/>
              <a:defRPr/>
            </a:lvl1pPr>
            <a:lvl2pPr marL="914400" lvl="1" indent="-228600" algn="l">
              <a:spcBef>
                <a:spcPts val="240"/>
              </a:spcBef>
              <a:spcAft>
                <a:spcPts val="0"/>
              </a:spcAft>
              <a:buClr>
                <a:schemeClr val="dk1"/>
              </a:buClr>
              <a:buSzPts val="1500"/>
              <a:buNone/>
              <a:defRPr/>
            </a:lvl2pPr>
            <a:lvl3pPr marL="1371600" lvl="2" indent="-228600" algn="l">
              <a:spcBef>
                <a:spcPts val="200"/>
              </a:spcBef>
              <a:spcAft>
                <a:spcPts val="0"/>
              </a:spcAft>
              <a:buClr>
                <a:schemeClr val="dk1"/>
              </a:buClr>
              <a:buSzPts val="1500"/>
              <a:buNone/>
              <a:defRPr/>
            </a:lvl3pPr>
            <a:lvl4pPr marL="1828800" lvl="3" indent="-228600" algn="l">
              <a:spcBef>
                <a:spcPts val="180"/>
              </a:spcBef>
              <a:spcAft>
                <a:spcPts val="0"/>
              </a:spcAft>
              <a:buClr>
                <a:schemeClr val="dk1"/>
              </a:buClr>
              <a:buSzPts val="1500"/>
              <a:buNone/>
              <a:defRPr/>
            </a:lvl4pPr>
            <a:lvl5pPr marL="2286000" lvl="4" indent="-228600" algn="l">
              <a:spcBef>
                <a:spcPts val="180"/>
              </a:spcBef>
              <a:spcAft>
                <a:spcPts val="0"/>
              </a:spcAft>
              <a:buClr>
                <a:schemeClr val="dk1"/>
              </a:buClr>
              <a:buSzPts val="1500"/>
              <a:buNone/>
              <a:defRPr/>
            </a:lvl5pPr>
            <a:lvl6pPr marL="2743200" lvl="5" indent="-228600" algn="l">
              <a:spcBef>
                <a:spcPts val="180"/>
              </a:spcBef>
              <a:spcAft>
                <a:spcPts val="0"/>
              </a:spcAft>
              <a:buClr>
                <a:schemeClr val="dk1"/>
              </a:buClr>
              <a:buSzPts val="1500"/>
              <a:buNone/>
              <a:defRPr/>
            </a:lvl6pPr>
            <a:lvl7pPr marL="3200400" lvl="6" indent="-228600" algn="l">
              <a:spcBef>
                <a:spcPts val="180"/>
              </a:spcBef>
              <a:spcAft>
                <a:spcPts val="0"/>
              </a:spcAft>
              <a:buClr>
                <a:schemeClr val="dk1"/>
              </a:buClr>
              <a:buSzPts val="1500"/>
              <a:buNone/>
              <a:defRPr/>
            </a:lvl7pPr>
            <a:lvl8pPr marL="3657600" lvl="7" indent="-228600" algn="l">
              <a:spcBef>
                <a:spcPts val="180"/>
              </a:spcBef>
              <a:spcAft>
                <a:spcPts val="0"/>
              </a:spcAft>
              <a:buClr>
                <a:schemeClr val="dk1"/>
              </a:buClr>
              <a:buSzPts val="1500"/>
              <a:buNone/>
              <a:defRPr/>
            </a:lvl8pPr>
            <a:lvl9pPr marL="4114800" lvl="8" indent="-228600" algn="l">
              <a:spcBef>
                <a:spcPts val="180"/>
              </a:spcBef>
              <a:spcAft>
                <a:spcPts val="0"/>
              </a:spcAft>
              <a:buClr>
                <a:schemeClr val="dk1"/>
              </a:buClr>
              <a:buSzPts val="1500"/>
              <a:buNone/>
              <a:defRPr/>
            </a:lvl9pPr>
          </a:lstStyle>
          <a:p>
            <a:endParaRPr/>
          </a:p>
        </p:txBody>
      </p:sp>
      <p:sp>
        <p:nvSpPr>
          <p:cNvPr id="385" name="Google Shape;385;p10"/>
          <p:cNvSpPr/>
          <p:nvPr/>
        </p:nvSpPr>
        <p:spPr>
          <a:xfrm>
            <a:off x="14398941" y="5079095"/>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386" name="Google Shape;386;p10"/>
          <p:cNvGrpSpPr/>
          <p:nvPr/>
        </p:nvGrpSpPr>
        <p:grpSpPr>
          <a:xfrm rot="2821244">
            <a:off x="16959832" y="165852"/>
            <a:ext cx="1057608" cy="1194515"/>
            <a:chOff x="-95789" y="-89371"/>
            <a:chExt cx="1410145" cy="1592687"/>
          </a:xfrm>
        </p:grpSpPr>
        <p:grpSp>
          <p:nvGrpSpPr>
            <p:cNvPr id="387" name="Google Shape;387;p10"/>
            <p:cNvGrpSpPr/>
            <p:nvPr/>
          </p:nvGrpSpPr>
          <p:grpSpPr>
            <a:xfrm rot="-2821068">
              <a:off x="134816" y="282908"/>
              <a:ext cx="943563" cy="1040889"/>
              <a:chOff x="0" y="-47625"/>
              <a:chExt cx="343200" cy="378600"/>
            </a:xfrm>
          </p:grpSpPr>
          <p:sp>
            <p:nvSpPr>
              <p:cNvPr id="388" name="Google Shape;388;p10"/>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0"/>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0" name="Google Shape;390;p10"/>
            <p:cNvGrpSpPr/>
            <p:nvPr/>
          </p:nvGrpSpPr>
          <p:grpSpPr>
            <a:xfrm rot="-2821068">
              <a:off x="140189" y="90147"/>
              <a:ext cx="943563" cy="1040889"/>
              <a:chOff x="0" y="-47625"/>
              <a:chExt cx="343200" cy="378600"/>
            </a:xfrm>
          </p:grpSpPr>
          <p:sp>
            <p:nvSpPr>
              <p:cNvPr id="391" name="Google Shape;391;p10"/>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0"/>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3" name="Google Shape;393;p10"/>
            <p:cNvGrpSpPr/>
            <p:nvPr/>
          </p:nvGrpSpPr>
          <p:grpSpPr>
            <a:xfrm>
              <a:off x="625032" y="253444"/>
              <a:ext cx="69946" cy="699550"/>
              <a:chOff x="0" y="-47625"/>
              <a:chExt cx="31856" cy="318600"/>
            </a:xfrm>
          </p:grpSpPr>
          <p:sp>
            <p:nvSpPr>
              <p:cNvPr id="394" name="Google Shape;394;p10"/>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0"/>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6" name="Google Shape;396;p10"/>
            <p:cNvGrpSpPr/>
            <p:nvPr/>
          </p:nvGrpSpPr>
          <p:grpSpPr>
            <a:xfrm rot="5400000">
              <a:off x="675978" y="305678"/>
              <a:ext cx="72520" cy="699550"/>
              <a:chOff x="0" y="-47625"/>
              <a:chExt cx="33028" cy="318600"/>
            </a:xfrm>
          </p:grpSpPr>
          <p:sp>
            <p:nvSpPr>
              <p:cNvPr id="397" name="Google Shape;397;p10"/>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0"/>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99" name="Google Shape;399;p10"/>
          <p:cNvGrpSpPr/>
          <p:nvPr/>
        </p:nvGrpSpPr>
        <p:grpSpPr>
          <a:xfrm rot="10800000">
            <a:off x="8547898" y="480862"/>
            <a:ext cx="5851052" cy="1310243"/>
            <a:chOff x="2" y="-564"/>
            <a:chExt cx="7801403" cy="1746991"/>
          </a:xfrm>
        </p:grpSpPr>
        <p:grpSp>
          <p:nvGrpSpPr>
            <p:cNvPr id="400" name="Google Shape;400;p10"/>
            <p:cNvGrpSpPr/>
            <p:nvPr/>
          </p:nvGrpSpPr>
          <p:grpSpPr>
            <a:xfrm rot="10800000">
              <a:off x="5628043" y="1225496"/>
              <a:ext cx="2173362" cy="520931"/>
              <a:chOff x="0" y="-47625"/>
              <a:chExt cx="429306" cy="102900"/>
            </a:xfrm>
          </p:grpSpPr>
          <p:sp>
            <p:nvSpPr>
              <p:cNvPr id="401" name="Google Shape;401;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3" name="Google Shape;403;p10"/>
            <p:cNvGrpSpPr/>
            <p:nvPr/>
          </p:nvGrpSpPr>
          <p:grpSpPr>
            <a:xfrm rot="10800000">
              <a:off x="3056329" y="1225496"/>
              <a:ext cx="2173362" cy="520931"/>
              <a:chOff x="0" y="-47625"/>
              <a:chExt cx="429306" cy="102900"/>
            </a:xfrm>
          </p:grpSpPr>
          <p:sp>
            <p:nvSpPr>
              <p:cNvPr id="404" name="Google Shape;404;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6" name="Google Shape;406;p10"/>
            <p:cNvGrpSpPr/>
            <p:nvPr/>
          </p:nvGrpSpPr>
          <p:grpSpPr>
            <a:xfrm rot="10800000">
              <a:off x="4282710" y="409333"/>
              <a:ext cx="2173362" cy="520931"/>
              <a:chOff x="0" y="-47625"/>
              <a:chExt cx="429306" cy="102900"/>
            </a:xfrm>
          </p:grpSpPr>
          <p:sp>
            <p:nvSpPr>
              <p:cNvPr id="407" name="Google Shape;407;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9" name="Google Shape;409;p10"/>
            <p:cNvGrpSpPr/>
            <p:nvPr/>
          </p:nvGrpSpPr>
          <p:grpSpPr>
            <a:xfrm rot="10800000">
              <a:off x="1969648" y="420756"/>
              <a:ext cx="2173362" cy="520931"/>
              <a:chOff x="0" y="-47625"/>
              <a:chExt cx="429306" cy="102900"/>
            </a:xfrm>
          </p:grpSpPr>
          <p:sp>
            <p:nvSpPr>
              <p:cNvPr id="410" name="Google Shape;410;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2" name="Google Shape;412;p10"/>
            <p:cNvGrpSpPr/>
            <p:nvPr/>
          </p:nvGrpSpPr>
          <p:grpSpPr>
            <a:xfrm rot="10800000">
              <a:off x="1295727" y="1225496"/>
              <a:ext cx="1191034" cy="520931"/>
              <a:chOff x="0" y="-47625"/>
              <a:chExt cx="235266" cy="102900"/>
            </a:xfrm>
          </p:grpSpPr>
          <p:sp>
            <p:nvSpPr>
              <p:cNvPr id="413" name="Google Shape;413;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5" name="Google Shape;415;p10"/>
            <p:cNvGrpSpPr/>
            <p:nvPr/>
          </p:nvGrpSpPr>
          <p:grpSpPr>
            <a:xfrm rot="10800000">
              <a:off x="2" y="420756"/>
              <a:ext cx="1191034" cy="520931"/>
              <a:chOff x="0" y="-47625"/>
              <a:chExt cx="235266" cy="102900"/>
            </a:xfrm>
          </p:grpSpPr>
          <p:sp>
            <p:nvSpPr>
              <p:cNvPr id="416" name="Google Shape;416;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8" name="Google Shape;418;p10"/>
            <p:cNvGrpSpPr/>
            <p:nvPr/>
          </p:nvGrpSpPr>
          <p:grpSpPr>
            <a:xfrm rot="10800000">
              <a:off x="6598555" y="420693"/>
              <a:ext cx="1202850" cy="498150"/>
              <a:chOff x="0" y="-47625"/>
              <a:chExt cx="237600" cy="98400"/>
            </a:xfrm>
          </p:grpSpPr>
          <p:sp>
            <p:nvSpPr>
              <p:cNvPr id="419" name="Google Shape;419;p10"/>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0"/>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1" name="Google Shape;421;p10"/>
            <p:cNvGrpSpPr/>
            <p:nvPr/>
          </p:nvGrpSpPr>
          <p:grpSpPr>
            <a:xfrm rot="10800000">
              <a:off x="3423956" y="819231"/>
              <a:ext cx="4377448" cy="520931"/>
              <a:chOff x="0" y="-47625"/>
              <a:chExt cx="864681" cy="102900"/>
            </a:xfrm>
          </p:grpSpPr>
          <p:sp>
            <p:nvSpPr>
              <p:cNvPr id="422" name="Google Shape;422;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0"/>
            <p:cNvGrpSpPr/>
            <p:nvPr/>
          </p:nvGrpSpPr>
          <p:grpSpPr>
            <a:xfrm rot="10800000">
              <a:off x="3423956" y="-564"/>
              <a:ext cx="4377448" cy="520931"/>
              <a:chOff x="0" y="-47625"/>
              <a:chExt cx="864681" cy="102900"/>
            </a:xfrm>
          </p:grpSpPr>
          <p:sp>
            <p:nvSpPr>
              <p:cNvPr id="425" name="Google Shape;425;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27" name="Google Shape;427;p10"/>
          <p:cNvGrpSpPr/>
          <p:nvPr/>
        </p:nvGrpSpPr>
        <p:grpSpPr>
          <a:xfrm rot="10800000">
            <a:off x="12023215" y="8251029"/>
            <a:ext cx="5851052" cy="1310243"/>
            <a:chOff x="2" y="-564"/>
            <a:chExt cx="7801403" cy="1746991"/>
          </a:xfrm>
        </p:grpSpPr>
        <p:grpSp>
          <p:nvGrpSpPr>
            <p:cNvPr id="428" name="Google Shape;428;p10"/>
            <p:cNvGrpSpPr/>
            <p:nvPr/>
          </p:nvGrpSpPr>
          <p:grpSpPr>
            <a:xfrm rot="10800000">
              <a:off x="5628043" y="1225496"/>
              <a:ext cx="2173362" cy="520931"/>
              <a:chOff x="0" y="-47625"/>
              <a:chExt cx="429306" cy="102900"/>
            </a:xfrm>
          </p:grpSpPr>
          <p:sp>
            <p:nvSpPr>
              <p:cNvPr id="429" name="Google Shape;429;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1" name="Google Shape;431;p10"/>
            <p:cNvGrpSpPr/>
            <p:nvPr/>
          </p:nvGrpSpPr>
          <p:grpSpPr>
            <a:xfrm rot="10800000">
              <a:off x="3056329" y="1225496"/>
              <a:ext cx="2173362" cy="520931"/>
              <a:chOff x="0" y="-47625"/>
              <a:chExt cx="429306" cy="102900"/>
            </a:xfrm>
          </p:grpSpPr>
          <p:sp>
            <p:nvSpPr>
              <p:cNvPr id="432" name="Google Shape;432;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4" name="Google Shape;434;p10"/>
            <p:cNvGrpSpPr/>
            <p:nvPr/>
          </p:nvGrpSpPr>
          <p:grpSpPr>
            <a:xfrm rot="10800000">
              <a:off x="4282710" y="409333"/>
              <a:ext cx="2173362" cy="520931"/>
              <a:chOff x="0" y="-47625"/>
              <a:chExt cx="429306" cy="102900"/>
            </a:xfrm>
          </p:grpSpPr>
          <p:sp>
            <p:nvSpPr>
              <p:cNvPr id="435" name="Google Shape;435;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7" name="Google Shape;437;p10"/>
            <p:cNvGrpSpPr/>
            <p:nvPr/>
          </p:nvGrpSpPr>
          <p:grpSpPr>
            <a:xfrm rot="10800000">
              <a:off x="1969648" y="420756"/>
              <a:ext cx="2173362" cy="520931"/>
              <a:chOff x="0" y="-47625"/>
              <a:chExt cx="429306" cy="102900"/>
            </a:xfrm>
          </p:grpSpPr>
          <p:sp>
            <p:nvSpPr>
              <p:cNvPr id="438" name="Google Shape;438;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0" name="Google Shape;440;p10"/>
            <p:cNvGrpSpPr/>
            <p:nvPr/>
          </p:nvGrpSpPr>
          <p:grpSpPr>
            <a:xfrm rot="10800000">
              <a:off x="1295727" y="1225496"/>
              <a:ext cx="1191034" cy="520931"/>
              <a:chOff x="0" y="-47625"/>
              <a:chExt cx="235266" cy="102900"/>
            </a:xfrm>
          </p:grpSpPr>
          <p:sp>
            <p:nvSpPr>
              <p:cNvPr id="441" name="Google Shape;441;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3" name="Google Shape;443;p10"/>
            <p:cNvGrpSpPr/>
            <p:nvPr/>
          </p:nvGrpSpPr>
          <p:grpSpPr>
            <a:xfrm rot="10800000">
              <a:off x="2" y="420756"/>
              <a:ext cx="1191034" cy="520931"/>
              <a:chOff x="0" y="-47625"/>
              <a:chExt cx="235266" cy="102900"/>
            </a:xfrm>
          </p:grpSpPr>
          <p:sp>
            <p:nvSpPr>
              <p:cNvPr id="444" name="Google Shape;444;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6" name="Google Shape;446;p10"/>
            <p:cNvGrpSpPr/>
            <p:nvPr/>
          </p:nvGrpSpPr>
          <p:grpSpPr>
            <a:xfrm rot="10800000">
              <a:off x="6598555" y="420693"/>
              <a:ext cx="1202850" cy="498150"/>
              <a:chOff x="0" y="-47625"/>
              <a:chExt cx="237600" cy="98400"/>
            </a:xfrm>
          </p:grpSpPr>
          <p:sp>
            <p:nvSpPr>
              <p:cNvPr id="447" name="Google Shape;447;p10"/>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9" name="Google Shape;449;p10"/>
            <p:cNvGrpSpPr/>
            <p:nvPr/>
          </p:nvGrpSpPr>
          <p:grpSpPr>
            <a:xfrm rot="10800000">
              <a:off x="3423956" y="819231"/>
              <a:ext cx="4377448" cy="520931"/>
              <a:chOff x="0" y="-47625"/>
              <a:chExt cx="864681" cy="102900"/>
            </a:xfrm>
          </p:grpSpPr>
          <p:sp>
            <p:nvSpPr>
              <p:cNvPr id="450" name="Google Shape;450;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2" name="Google Shape;452;p10"/>
            <p:cNvGrpSpPr/>
            <p:nvPr/>
          </p:nvGrpSpPr>
          <p:grpSpPr>
            <a:xfrm rot="10800000">
              <a:off x="3423956" y="-564"/>
              <a:ext cx="4377448" cy="520931"/>
              <a:chOff x="0" y="-47625"/>
              <a:chExt cx="864681" cy="102900"/>
            </a:xfrm>
          </p:grpSpPr>
          <p:sp>
            <p:nvSpPr>
              <p:cNvPr id="453" name="Google Shape;453;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9150" y="1893900"/>
            <a:ext cx="165000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393A3F"/>
              </a:buClr>
              <a:buSzPts val="12500"/>
              <a:buFont typeface="Anton"/>
              <a:buNone/>
              <a:defRPr sz="12500" i="0" u="none" strike="noStrike" cap="none">
                <a:solidFill>
                  <a:srgbClr val="393A3F"/>
                </a:solidFill>
                <a:latin typeface="Anton"/>
                <a:ea typeface="Anton"/>
                <a:cs typeface="Anton"/>
                <a:sym typeface="Anto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172100" y="5060950"/>
            <a:ext cx="6927300" cy="2985000"/>
          </a:xfrm>
          <a:prstGeom prst="rect">
            <a:avLst/>
          </a:prstGeom>
          <a:noFill/>
          <a:ln>
            <a:noFill/>
          </a:ln>
        </p:spPr>
        <p:txBody>
          <a:bodyPr spcFirstLastPara="1" wrap="square" lIns="91425" tIns="45700" rIns="91425" bIns="45700" anchor="t" anchorCtr="0">
            <a:normAutofit/>
          </a:bodyPr>
          <a:lstStyle>
            <a:lvl1pPr marL="457200" marR="0" lvl="0" indent="-323850" algn="l" rtl="0">
              <a:spcBef>
                <a:spcPts val="64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1pPr>
            <a:lvl2pPr marL="914400" marR="0" lvl="1" indent="-323850" algn="l" rtl="0">
              <a:spcBef>
                <a:spcPts val="56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2pPr>
            <a:lvl3pPr marL="1371600" marR="0" lvl="2" indent="-323850" algn="l" rtl="0">
              <a:spcBef>
                <a:spcPts val="48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3pPr>
            <a:lvl4pPr marL="1828800" marR="0" lvl="3"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4pPr>
            <a:lvl5pPr marL="2286000" marR="0" lvl="4"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5pPr>
            <a:lvl6pPr marL="2743200" marR="0" lvl="5"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6pPr>
            <a:lvl7pPr marL="3200400" marR="0" lvl="6"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7pPr>
            <a:lvl8pPr marL="3657600" marR="0" lvl="7"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8pPr>
            <a:lvl9pPr marL="4114800" marR="0" lvl="8"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458"/>
        <p:cNvGrpSpPr/>
        <p:nvPr/>
      </p:nvGrpSpPr>
      <p:grpSpPr>
        <a:xfrm>
          <a:off x="0" y="0"/>
          <a:ext cx="0" cy="0"/>
          <a:chOff x="0" y="0"/>
          <a:chExt cx="0" cy="0"/>
        </a:xfrm>
      </p:grpSpPr>
      <p:grpSp>
        <p:nvGrpSpPr>
          <p:cNvPr id="459" name="Google Shape;459;p11"/>
          <p:cNvGrpSpPr/>
          <p:nvPr/>
        </p:nvGrpSpPr>
        <p:grpSpPr>
          <a:xfrm>
            <a:off x="6122618" y="2109930"/>
            <a:ext cx="6529522" cy="1437158"/>
            <a:chOff x="0" y="-47625"/>
            <a:chExt cx="1719710" cy="378511"/>
          </a:xfrm>
        </p:grpSpPr>
        <p:sp>
          <p:nvSpPr>
            <p:cNvPr id="460" name="Google Shape;460;p11"/>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2" name="Google Shape;462;p11"/>
          <p:cNvGrpSpPr/>
          <p:nvPr/>
        </p:nvGrpSpPr>
        <p:grpSpPr>
          <a:xfrm>
            <a:off x="6122618" y="1933862"/>
            <a:ext cx="6529522" cy="1437158"/>
            <a:chOff x="0" y="-47625"/>
            <a:chExt cx="1719710" cy="378511"/>
          </a:xfrm>
        </p:grpSpPr>
        <p:sp>
          <p:nvSpPr>
            <p:cNvPr id="463" name="Google Shape;463;p11"/>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5" name="Google Shape;465;p11"/>
          <p:cNvGrpSpPr/>
          <p:nvPr/>
        </p:nvGrpSpPr>
        <p:grpSpPr>
          <a:xfrm>
            <a:off x="417483" y="242356"/>
            <a:ext cx="5851053" cy="1309820"/>
            <a:chOff x="0" y="-241100"/>
            <a:chExt cx="7801404" cy="1746426"/>
          </a:xfrm>
        </p:grpSpPr>
        <p:grpSp>
          <p:nvGrpSpPr>
            <p:cNvPr id="466" name="Google Shape;466;p11"/>
            <p:cNvGrpSpPr/>
            <p:nvPr/>
          </p:nvGrpSpPr>
          <p:grpSpPr>
            <a:xfrm>
              <a:off x="0" y="-241100"/>
              <a:ext cx="2173363" cy="520366"/>
              <a:chOff x="0" y="-47625"/>
              <a:chExt cx="429306" cy="102789"/>
            </a:xfrm>
          </p:grpSpPr>
          <p:sp>
            <p:nvSpPr>
              <p:cNvPr id="467" name="Google Shape;467;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9" name="Google Shape;469;p11"/>
            <p:cNvGrpSpPr/>
            <p:nvPr/>
          </p:nvGrpSpPr>
          <p:grpSpPr>
            <a:xfrm>
              <a:off x="2571714" y="-241100"/>
              <a:ext cx="2173363" cy="520366"/>
              <a:chOff x="0" y="-47625"/>
              <a:chExt cx="429306" cy="102789"/>
            </a:xfrm>
          </p:grpSpPr>
          <p:sp>
            <p:nvSpPr>
              <p:cNvPr id="470" name="Google Shape;470;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2" name="Google Shape;472;p11"/>
            <p:cNvGrpSpPr/>
            <p:nvPr/>
          </p:nvGrpSpPr>
          <p:grpSpPr>
            <a:xfrm>
              <a:off x="1345333" y="575063"/>
              <a:ext cx="2173363" cy="520366"/>
              <a:chOff x="0" y="-47625"/>
              <a:chExt cx="429306" cy="102789"/>
            </a:xfrm>
          </p:grpSpPr>
          <p:sp>
            <p:nvSpPr>
              <p:cNvPr id="473" name="Google Shape;473;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5" name="Google Shape;475;p11"/>
            <p:cNvGrpSpPr/>
            <p:nvPr/>
          </p:nvGrpSpPr>
          <p:grpSpPr>
            <a:xfrm>
              <a:off x="3658396" y="563641"/>
              <a:ext cx="2173363" cy="520366"/>
              <a:chOff x="0" y="-47625"/>
              <a:chExt cx="429306" cy="102789"/>
            </a:xfrm>
          </p:grpSpPr>
          <p:sp>
            <p:nvSpPr>
              <p:cNvPr id="476" name="Google Shape;476;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8" name="Google Shape;478;p11"/>
            <p:cNvGrpSpPr/>
            <p:nvPr/>
          </p:nvGrpSpPr>
          <p:grpSpPr>
            <a:xfrm>
              <a:off x="5314643" y="-241100"/>
              <a:ext cx="1191036" cy="520366"/>
              <a:chOff x="0" y="-47625"/>
              <a:chExt cx="235266" cy="102789"/>
            </a:xfrm>
          </p:grpSpPr>
          <p:sp>
            <p:nvSpPr>
              <p:cNvPr id="479" name="Google Shape;479;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1" name="Google Shape;481;p11"/>
            <p:cNvGrpSpPr/>
            <p:nvPr/>
          </p:nvGrpSpPr>
          <p:grpSpPr>
            <a:xfrm>
              <a:off x="6610368" y="563641"/>
              <a:ext cx="1191036" cy="520366"/>
              <a:chOff x="0" y="-47625"/>
              <a:chExt cx="235266" cy="102789"/>
            </a:xfrm>
          </p:grpSpPr>
          <p:sp>
            <p:nvSpPr>
              <p:cNvPr id="482" name="Google Shape;482;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4" name="Google Shape;484;p11"/>
            <p:cNvGrpSpPr/>
            <p:nvPr/>
          </p:nvGrpSpPr>
          <p:grpSpPr>
            <a:xfrm>
              <a:off x="0" y="586483"/>
              <a:ext cx="1202459" cy="497523"/>
              <a:chOff x="0" y="-47625"/>
              <a:chExt cx="237523" cy="98276"/>
            </a:xfrm>
          </p:grpSpPr>
          <p:sp>
            <p:nvSpPr>
              <p:cNvPr id="485" name="Google Shape;485;p11"/>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1"/>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7" name="Google Shape;487;p11"/>
            <p:cNvGrpSpPr/>
            <p:nvPr/>
          </p:nvGrpSpPr>
          <p:grpSpPr>
            <a:xfrm>
              <a:off x="0" y="165166"/>
              <a:ext cx="4377449" cy="520366"/>
              <a:chOff x="0" y="-47625"/>
              <a:chExt cx="864681" cy="102789"/>
            </a:xfrm>
          </p:grpSpPr>
          <p:sp>
            <p:nvSpPr>
              <p:cNvPr id="488" name="Google Shape;488;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0" name="Google Shape;490;p11"/>
            <p:cNvGrpSpPr/>
            <p:nvPr/>
          </p:nvGrpSpPr>
          <p:grpSpPr>
            <a:xfrm>
              <a:off x="0" y="984960"/>
              <a:ext cx="4377449" cy="520366"/>
              <a:chOff x="0" y="-47625"/>
              <a:chExt cx="864681" cy="102789"/>
            </a:xfrm>
          </p:grpSpPr>
          <p:sp>
            <p:nvSpPr>
              <p:cNvPr id="491" name="Google Shape;491;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93" name="Google Shape;493;p11"/>
          <p:cNvGrpSpPr/>
          <p:nvPr/>
        </p:nvGrpSpPr>
        <p:grpSpPr>
          <a:xfrm>
            <a:off x="11999777" y="8693803"/>
            <a:ext cx="5851054" cy="1309820"/>
            <a:chOff x="0" y="0"/>
            <a:chExt cx="7801405" cy="1746426"/>
          </a:xfrm>
        </p:grpSpPr>
        <p:grpSp>
          <p:nvGrpSpPr>
            <p:cNvPr id="494" name="Google Shape;494;p11"/>
            <p:cNvGrpSpPr/>
            <p:nvPr/>
          </p:nvGrpSpPr>
          <p:grpSpPr>
            <a:xfrm rot="10800000">
              <a:off x="5628042" y="1226060"/>
              <a:ext cx="2173363" cy="520366"/>
              <a:chOff x="0" y="-47625"/>
              <a:chExt cx="429306" cy="102789"/>
            </a:xfrm>
          </p:grpSpPr>
          <p:sp>
            <p:nvSpPr>
              <p:cNvPr id="495" name="Google Shape;495;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7" name="Google Shape;497;p11"/>
            <p:cNvGrpSpPr/>
            <p:nvPr/>
          </p:nvGrpSpPr>
          <p:grpSpPr>
            <a:xfrm rot="10800000">
              <a:off x="3056328" y="1226060"/>
              <a:ext cx="2173363" cy="520366"/>
              <a:chOff x="0" y="-47625"/>
              <a:chExt cx="429306" cy="102789"/>
            </a:xfrm>
          </p:grpSpPr>
          <p:sp>
            <p:nvSpPr>
              <p:cNvPr id="498" name="Google Shape;498;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0" name="Google Shape;500;p11"/>
            <p:cNvGrpSpPr/>
            <p:nvPr/>
          </p:nvGrpSpPr>
          <p:grpSpPr>
            <a:xfrm rot="10800000">
              <a:off x="4282709" y="409897"/>
              <a:ext cx="2173363" cy="520366"/>
              <a:chOff x="0" y="-47625"/>
              <a:chExt cx="429306" cy="102789"/>
            </a:xfrm>
          </p:grpSpPr>
          <p:sp>
            <p:nvSpPr>
              <p:cNvPr id="501" name="Google Shape;501;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3" name="Google Shape;503;p11"/>
            <p:cNvGrpSpPr/>
            <p:nvPr/>
          </p:nvGrpSpPr>
          <p:grpSpPr>
            <a:xfrm rot="10800000">
              <a:off x="1969647" y="421320"/>
              <a:ext cx="2173363" cy="520366"/>
              <a:chOff x="0" y="-47625"/>
              <a:chExt cx="429306" cy="102789"/>
            </a:xfrm>
          </p:grpSpPr>
          <p:sp>
            <p:nvSpPr>
              <p:cNvPr id="504" name="Google Shape;504;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6" name="Google Shape;506;p11"/>
            <p:cNvGrpSpPr/>
            <p:nvPr/>
          </p:nvGrpSpPr>
          <p:grpSpPr>
            <a:xfrm rot="10800000">
              <a:off x="1295725" y="1226060"/>
              <a:ext cx="1191036" cy="520366"/>
              <a:chOff x="0" y="-47625"/>
              <a:chExt cx="235266" cy="102789"/>
            </a:xfrm>
          </p:grpSpPr>
          <p:sp>
            <p:nvSpPr>
              <p:cNvPr id="507" name="Google Shape;507;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9" name="Google Shape;509;p11"/>
            <p:cNvGrpSpPr/>
            <p:nvPr/>
          </p:nvGrpSpPr>
          <p:grpSpPr>
            <a:xfrm rot="10800000">
              <a:off x="0" y="421320"/>
              <a:ext cx="1191036" cy="520366"/>
              <a:chOff x="0" y="-47625"/>
              <a:chExt cx="235266" cy="102789"/>
            </a:xfrm>
          </p:grpSpPr>
          <p:sp>
            <p:nvSpPr>
              <p:cNvPr id="510" name="Google Shape;510;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2" name="Google Shape;512;p11"/>
            <p:cNvGrpSpPr/>
            <p:nvPr/>
          </p:nvGrpSpPr>
          <p:grpSpPr>
            <a:xfrm rot="10800000">
              <a:off x="6598946" y="421320"/>
              <a:ext cx="1202459" cy="497523"/>
              <a:chOff x="0" y="-47625"/>
              <a:chExt cx="237523" cy="98276"/>
            </a:xfrm>
          </p:grpSpPr>
          <p:sp>
            <p:nvSpPr>
              <p:cNvPr id="513" name="Google Shape;513;p11"/>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1"/>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5" name="Google Shape;515;p11"/>
            <p:cNvGrpSpPr/>
            <p:nvPr/>
          </p:nvGrpSpPr>
          <p:grpSpPr>
            <a:xfrm rot="10800000">
              <a:off x="3423955" y="819795"/>
              <a:ext cx="4377449" cy="520366"/>
              <a:chOff x="0" y="-47625"/>
              <a:chExt cx="864681" cy="102789"/>
            </a:xfrm>
          </p:grpSpPr>
          <p:sp>
            <p:nvSpPr>
              <p:cNvPr id="516" name="Google Shape;516;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8" name="Google Shape;518;p11"/>
            <p:cNvGrpSpPr/>
            <p:nvPr/>
          </p:nvGrpSpPr>
          <p:grpSpPr>
            <a:xfrm rot="10800000">
              <a:off x="3423955" y="0"/>
              <a:ext cx="4377449" cy="520366"/>
              <a:chOff x="0" y="-47625"/>
              <a:chExt cx="864681" cy="102789"/>
            </a:xfrm>
          </p:grpSpPr>
          <p:sp>
            <p:nvSpPr>
              <p:cNvPr id="519" name="Google Shape;519;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22" name="Google Shape;522;p11"/>
          <p:cNvGrpSpPr/>
          <p:nvPr/>
        </p:nvGrpSpPr>
        <p:grpSpPr>
          <a:xfrm rot="2821008">
            <a:off x="16959926" y="165868"/>
            <a:ext cx="1057412" cy="1194325"/>
            <a:chOff x="-95788" y="-89271"/>
            <a:chExt cx="1409883" cy="1592433"/>
          </a:xfrm>
        </p:grpSpPr>
        <p:grpSp>
          <p:nvGrpSpPr>
            <p:cNvPr id="523" name="Google Shape;523;p11"/>
            <p:cNvGrpSpPr/>
            <p:nvPr/>
          </p:nvGrpSpPr>
          <p:grpSpPr>
            <a:xfrm rot="-2821008">
              <a:off x="134749" y="283003"/>
              <a:ext cx="943438" cy="1040647"/>
              <a:chOff x="0" y="-47625"/>
              <a:chExt cx="343153" cy="378511"/>
            </a:xfrm>
          </p:grpSpPr>
          <p:sp>
            <p:nvSpPr>
              <p:cNvPr id="524" name="Google Shape;524;p11"/>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1"/>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26" name="Google Shape;526;p11"/>
            <p:cNvGrpSpPr/>
            <p:nvPr/>
          </p:nvGrpSpPr>
          <p:grpSpPr>
            <a:xfrm rot="-2821008">
              <a:off x="140122" y="90242"/>
              <a:ext cx="943438" cy="1040647"/>
              <a:chOff x="0" y="-47625"/>
              <a:chExt cx="343153" cy="378511"/>
            </a:xfrm>
          </p:grpSpPr>
          <p:sp>
            <p:nvSpPr>
              <p:cNvPr id="527" name="Google Shape;527;p11"/>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1"/>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29" name="Google Shape;529;p11"/>
            <p:cNvGrpSpPr/>
            <p:nvPr/>
          </p:nvGrpSpPr>
          <p:grpSpPr>
            <a:xfrm>
              <a:off x="625032" y="253446"/>
              <a:ext cx="69946" cy="699445"/>
              <a:chOff x="0" y="-47625"/>
              <a:chExt cx="31856" cy="318558"/>
            </a:xfrm>
          </p:grpSpPr>
          <p:sp>
            <p:nvSpPr>
              <p:cNvPr id="530" name="Google Shape;530;p11"/>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1"/>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2" name="Google Shape;532;p11"/>
            <p:cNvGrpSpPr/>
            <p:nvPr/>
          </p:nvGrpSpPr>
          <p:grpSpPr>
            <a:xfrm rot="5400000">
              <a:off x="676029" y="305730"/>
              <a:ext cx="72519" cy="699445"/>
              <a:chOff x="0" y="-47625"/>
              <a:chExt cx="33028" cy="318558"/>
            </a:xfrm>
          </p:grpSpPr>
          <p:sp>
            <p:nvSpPr>
              <p:cNvPr id="533" name="Google Shape;533;p11"/>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1"/>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535" name="Google Shape;535;p11"/>
          <p:cNvSpPr txBox="1"/>
          <p:nvPr/>
        </p:nvSpPr>
        <p:spPr>
          <a:xfrm>
            <a:off x="1861621" y="4347061"/>
            <a:ext cx="15509279" cy="246221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000" b="0" i="0" u="none" strike="noStrike" cap="none" spc="200">
                <a:solidFill>
                  <a:srgbClr val="393A3F"/>
                </a:solidFill>
                <a:latin typeface="Anton"/>
                <a:ea typeface="Anton"/>
                <a:cs typeface="Anton"/>
                <a:sym typeface="Anton"/>
              </a:rPr>
              <a:t>HOSPITAL MANAEMENT SYSTEM USING C PROGRAMM</a:t>
            </a:r>
            <a:endParaRPr sz="8000" spc="200"/>
          </a:p>
        </p:txBody>
      </p:sp>
      <p:sp>
        <p:nvSpPr>
          <p:cNvPr id="536" name="Google Shape;536;p11"/>
          <p:cNvSpPr txBox="1"/>
          <p:nvPr/>
        </p:nvSpPr>
        <p:spPr>
          <a:xfrm>
            <a:off x="6673160" y="2290756"/>
            <a:ext cx="5752682"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a:solidFill>
                  <a:srgbClr val="FFFFFF"/>
                </a:solidFill>
                <a:latin typeface="Anton"/>
                <a:ea typeface="Anton"/>
                <a:cs typeface="Anton"/>
                <a:sym typeface="Anton"/>
              </a:rPr>
              <a:t>PRESENTATION 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1804"/>
        <p:cNvGrpSpPr/>
        <p:nvPr/>
      </p:nvGrpSpPr>
      <p:grpSpPr>
        <a:xfrm>
          <a:off x="0" y="0"/>
          <a:ext cx="0" cy="0"/>
          <a:chOff x="0" y="0"/>
          <a:chExt cx="0" cy="0"/>
        </a:xfrm>
      </p:grpSpPr>
      <p:sp>
        <p:nvSpPr>
          <p:cNvPr id="1808" name="Google Shape;1808;p29"/>
          <p:cNvSpPr txBox="1"/>
          <p:nvPr/>
        </p:nvSpPr>
        <p:spPr>
          <a:xfrm>
            <a:off x="1986490" y="2126505"/>
            <a:ext cx="5019559"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b="0" i="0" u="none" strike="noStrike" cap="none" spc="300">
                <a:solidFill>
                  <a:srgbClr val="393A3F"/>
                </a:solidFill>
                <a:latin typeface="Anton"/>
                <a:ea typeface="Anton"/>
                <a:cs typeface="Anton"/>
                <a:sym typeface="Anton"/>
              </a:rPr>
              <a:t>SUBMITTED BY </a:t>
            </a:r>
            <a:r>
              <a:rPr lang="en-US" sz="6000" b="0" i="0" u="none" strike="noStrike" cap="none">
                <a:solidFill>
                  <a:srgbClr val="393A3F"/>
                </a:solidFill>
                <a:latin typeface="Anton"/>
                <a:ea typeface="Anton"/>
                <a:cs typeface="Anton"/>
                <a:sym typeface="Anton"/>
              </a:rPr>
              <a:t>:</a:t>
            </a:r>
            <a:endParaRPr sz="6000"/>
          </a:p>
        </p:txBody>
      </p:sp>
      <p:grpSp>
        <p:nvGrpSpPr>
          <p:cNvPr id="1809" name="Google Shape;1809;p29"/>
          <p:cNvGrpSpPr/>
          <p:nvPr/>
        </p:nvGrpSpPr>
        <p:grpSpPr>
          <a:xfrm rot="10800000">
            <a:off x="829072" y="404680"/>
            <a:ext cx="5851054" cy="1309820"/>
            <a:chOff x="0" y="0"/>
            <a:chExt cx="7801405" cy="1746426"/>
          </a:xfrm>
        </p:grpSpPr>
        <p:grpSp>
          <p:nvGrpSpPr>
            <p:cNvPr id="1810" name="Google Shape;1810;p29"/>
            <p:cNvGrpSpPr/>
            <p:nvPr/>
          </p:nvGrpSpPr>
          <p:grpSpPr>
            <a:xfrm rot="10800000">
              <a:off x="5628042" y="1226060"/>
              <a:ext cx="2173363" cy="520366"/>
              <a:chOff x="0" y="-47625"/>
              <a:chExt cx="429306" cy="102789"/>
            </a:xfrm>
          </p:grpSpPr>
          <p:sp>
            <p:nvSpPr>
              <p:cNvPr id="1811" name="Google Shape;1811;p2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9"/>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3" name="Google Shape;1813;p29"/>
            <p:cNvGrpSpPr/>
            <p:nvPr/>
          </p:nvGrpSpPr>
          <p:grpSpPr>
            <a:xfrm rot="10800000">
              <a:off x="3056328" y="1226060"/>
              <a:ext cx="2173363" cy="520366"/>
              <a:chOff x="0" y="-47625"/>
              <a:chExt cx="429306" cy="102789"/>
            </a:xfrm>
          </p:grpSpPr>
          <p:sp>
            <p:nvSpPr>
              <p:cNvPr id="1814" name="Google Shape;1814;p2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9"/>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6" name="Google Shape;1816;p29"/>
            <p:cNvGrpSpPr/>
            <p:nvPr/>
          </p:nvGrpSpPr>
          <p:grpSpPr>
            <a:xfrm rot="10800000">
              <a:off x="4282709" y="409897"/>
              <a:ext cx="2173363" cy="520366"/>
              <a:chOff x="0" y="-47625"/>
              <a:chExt cx="429306" cy="102789"/>
            </a:xfrm>
          </p:grpSpPr>
          <p:sp>
            <p:nvSpPr>
              <p:cNvPr id="1817" name="Google Shape;1817;p2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9"/>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9" name="Google Shape;1819;p29"/>
            <p:cNvGrpSpPr/>
            <p:nvPr/>
          </p:nvGrpSpPr>
          <p:grpSpPr>
            <a:xfrm rot="10800000">
              <a:off x="1969647" y="421320"/>
              <a:ext cx="2173363" cy="520366"/>
              <a:chOff x="0" y="-47625"/>
              <a:chExt cx="429306" cy="102789"/>
            </a:xfrm>
          </p:grpSpPr>
          <p:sp>
            <p:nvSpPr>
              <p:cNvPr id="1820" name="Google Shape;1820;p2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9"/>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2" name="Google Shape;1822;p29"/>
            <p:cNvGrpSpPr/>
            <p:nvPr/>
          </p:nvGrpSpPr>
          <p:grpSpPr>
            <a:xfrm rot="10800000">
              <a:off x="1295725" y="1226060"/>
              <a:ext cx="1191036" cy="520366"/>
              <a:chOff x="0" y="-47625"/>
              <a:chExt cx="235266" cy="102789"/>
            </a:xfrm>
          </p:grpSpPr>
          <p:sp>
            <p:nvSpPr>
              <p:cNvPr id="1823" name="Google Shape;1823;p29"/>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9"/>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5" name="Google Shape;1825;p29"/>
            <p:cNvGrpSpPr/>
            <p:nvPr/>
          </p:nvGrpSpPr>
          <p:grpSpPr>
            <a:xfrm rot="10800000">
              <a:off x="0" y="421320"/>
              <a:ext cx="1191036" cy="520366"/>
              <a:chOff x="0" y="-47625"/>
              <a:chExt cx="235266" cy="102789"/>
            </a:xfrm>
          </p:grpSpPr>
          <p:sp>
            <p:nvSpPr>
              <p:cNvPr id="1826" name="Google Shape;1826;p29"/>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9"/>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8" name="Google Shape;1828;p29"/>
            <p:cNvGrpSpPr/>
            <p:nvPr/>
          </p:nvGrpSpPr>
          <p:grpSpPr>
            <a:xfrm rot="10800000">
              <a:off x="6598946" y="421320"/>
              <a:ext cx="1202459" cy="497523"/>
              <a:chOff x="0" y="-47625"/>
              <a:chExt cx="237523" cy="98276"/>
            </a:xfrm>
          </p:grpSpPr>
          <p:sp>
            <p:nvSpPr>
              <p:cNvPr id="1829" name="Google Shape;1829;p29"/>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9"/>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31" name="Google Shape;1831;p29"/>
            <p:cNvGrpSpPr/>
            <p:nvPr/>
          </p:nvGrpSpPr>
          <p:grpSpPr>
            <a:xfrm rot="10800000">
              <a:off x="3423955" y="819795"/>
              <a:ext cx="4377449" cy="520366"/>
              <a:chOff x="0" y="-47625"/>
              <a:chExt cx="864681" cy="102789"/>
            </a:xfrm>
          </p:grpSpPr>
          <p:sp>
            <p:nvSpPr>
              <p:cNvPr id="1832" name="Google Shape;1832;p29"/>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9"/>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34" name="Google Shape;1834;p29"/>
            <p:cNvGrpSpPr/>
            <p:nvPr/>
          </p:nvGrpSpPr>
          <p:grpSpPr>
            <a:xfrm rot="10800000">
              <a:off x="3423955" y="0"/>
              <a:ext cx="4377449" cy="520366"/>
              <a:chOff x="0" y="-47625"/>
              <a:chExt cx="864681" cy="102789"/>
            </a:xfrm>
          </p:grpSpPr>
          <p:sp>
            <p:nvSpPr>
              <p:cNvPr id="1835" name="Google Shape;1835;p29"/>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9"/>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837" name="Google Shape;1837;p29"/>
          <p:cNvGrpSpPr/>
          <p:nvPr/>
        </p:nvGrpSpPr>
        <p:grpSpPr>
          <a:xfrm rot="2821008">
            <a:off x="16959926" y="165868"/>
            <a:ext cx="1057412" cy="1194325"/>
            <a:chOff x="-95788" y="-89271"/>
            <a:chExt cx="1409883" cy="1592433"/>
          </a:xfrm>
        </p:grpSpPr>
        <p:grpSp>
          <p:nvGrpSpPr>
            <p:cNvPr id="1838" name="Google Shape;1838;p29"/>
            <p:cNvGrpSpPr/>
            <p:nvPr/>
          </p:nvGrpSpPr>
          <p:grpSpPr>
            <a:xfrm rot="-2821008">
              <a:off x="134749" y="283003"/>
              <a:ext cx="943438" cy="1040647"/>
              <a:chOff x="0" y="-47625"/>
              <a:chExt cx="343153" cy="378511"/>
            </a:xfrm>
          </p:grpSpPr>
          <p:sp>
            <p:nvSpPr>
              <p:cNvPr id="1839" name="Google Shape;1839;p29"/>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9"/>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41" name="Google Shape;1841;p29"/>
            <p:cNvGrpSpPr/>
            <p:nvPr/>
          </p:nvGrpSpPr>
          <p:grpSpPr>
            <a:xfrm rot="-2821008">
              <a:off x="140122" y="90242"/>
              <a:ext cx="943438" cy="1040647"/>
              <a:chOff x="0" y="-47625"/>
              <a:chExt cx="343153" cy="378511"/>
            </a:xfrm>
          </p:grpSpPr>
          <p:sp>
            <p:nvSpPr>
              <p:cNvPr id="1842" name="Google Shape;1842;p29"/>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9"/>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44" name="Google Shape;1844;p29"/>
            <p:cNvGrpSpPr/>
            <p:nvPr/>
          </p:nvGrpSpPr>
          <p:grpSpPr>
            <a:xfrm>
              <a:off x="625032" y="253446"/>
              <a:ext cx="69946" cy="699445"/>
              <a:chOff x="0" y="-47625"/>
              <a:chExt cx="31856" cy="318558"/>
            </a:xfrm>
          </p:grpSpPr>
          <p:sp>
            <p:nvSpPr>
              <p:cNvPr id="1845" name="Google Shape;1845;p29"/>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9"/>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47" name="Google Shape;1847;p29"/>
            <p:cNvGrpSpPr/>
            <p:nvPr/>
          </p:nvGrpSpPr>
          <p:grpSpPr>
            <a:xfrm rot="5400000">
              <a:off x="676029" y="305730"/>
              <a:ext cx="72519" cy="699445"/>
              <a:chOff x="0" y="-47625"/>
              <a:chExt cx="33028" cy="318558"/>
            </a:xfrm>
          </p:grpSpPr>
          <p:sp>
            <p:nvSpPr>
              <p:cNvPr id="1848" name="Google Shape;1848;p29"/>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9"/>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49" name="Google Shape;1808;p29"/>
          <p:cNvSpPr txBox="1"/>
          <p:nvPr/>
        </p:nvSpPr>
        <p:spPr>
          <a:xfrm>
            <a:off x="11095822" y="3882575"/>
            <a:ext cx="4992357"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b="0" i="0" u="none" strike="noStrike" cap="none" spc="300">
                <a:solidFill>
                  <a:srgbClr val="393A3F"/>
                </a:solidFill>
                <a:latin typeface="Anton"/>
                <a:ea typeface="Anton"/>
                <a:cs typeface="Anton"/>
                <a:sym typeface="Anton"/>
              </a:rPr>
              <a:t>SUBMITTED TO :</a:t>
            </a:r>
            <a:endParaRPr sz="6000" spc="300"/>
          </a:p>
        </p:txBody>
      </p:sp>
      <p:sp>
        <p:nvSpPr>
          <p:cNvPr id="2" name="Rounded Rectangle 1"/>
          <p:cNvSpPr/>
          <p:nvPr/>
        </p:nvSpPr>
        <p:spPr>
          <a:xfrm>
            <a:off x="1986490" y="3441382"/>
            <a:ext cx="5268287" cy="5163823"/>
          </a:xfrm>
          <a:prstGeom prst="roundRect">
            <a:avLst>
              <a:gd name="adj" fmla="val 6154"/>
            </a:avLst>
          </a:prstGeom>
          <a:noFill/>
          <a:ln w="57150">
            <a:solidFill>
              <a:srgbClr val="ED78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2" name="Google Shape;1808;p29"/>
          <p:cNvSpPr txBox="1"/>
          <p:nvPr/>
        </p:nvSpPr>
        <p:spPr>
          <a:xfrm>
            <a:off x="2524874" y="3890403"/>
            <a:ext cx="4631543" cy="4265783"/>
          </a:xfrm>
          <a:prstGeom prst="rect">
            <a:avLst/>
          </a:prstGeom>
          <a:noFill/>
          <a:ln>
            <a:noFill/>
          </a:ln>
        </p:spPr>
        <p:txBody>
          <a:bodyPr spcFirstLastPara="1" wrap="square" lIns="0" tIns="0" rIns="0" bIns="0" anchor="t" anchorCtr="0">
            <a:spAutoFit/>
          </a:bodyPr>
          <a:lstStyle/>
          <a:p>
            <a:pPr marL="0" marR="0" lvl="0" indent="0" rtl="0">
              <a:lnSpc>
                <a:spcPct val="120000"/>
              </a:lnSpc>
              <a:spcBef>
                <a:spcPts val="0"/>
              </a:spcBef>
              <a:spcAft>
                <a:spcPts val="0"/>
              </a:spcAft>
              <a:buNone/>
            </a:pPr>
            <a:r>
              <a:rPr lang="en-US" sz="2800" b="0" i="0" u="none" strike="noStrike" cap="none">
                <a:solidFill>
                  <a:srgbClr val="393A3F"/>
                </a:solidFill>
                <a:latin typeface="Anton" panose="020B0604020202020204" charset="0"/>
                <a:ea typeface="Anton"/>
                <a:cs typeface="Anton"/>
                <a:sym typeface="Anton"/>
              </a:rPr>
              <a:t>Names and ids:</a:t>
            </a:r>
          </a:p>
          <a:p>
            <a:pPr marL="0" marR="0" lvl="0" indent="0" rtl="0">
              <a:lnSpc>
                <a:spcPct val="120000"/>
              </a:lnSpc>
              <a:spcBef>
                <a:spcPts val="0"/>
              </a:spcBef>
              <a:spcAft>
                <a:spcPts val="0"/>
              </a:spcAft>
              <a:buNone/>
            </a:pPr>
            <a:endParaRPr lang="en-US" sz="2800" b="0" i="0" u="none" strike="noStrike" cap="none">
              <a:solidFill>
                <a:srgbClr val="393A3F"/>
              </a:solidFill>
              <a:latin typeface="Anton" panose="020B0604020202020204" charset="0"/>
              <a:ea typeface="Anton"/>
              <a:cs typeface="Anton"/>
              <a:sym typeface="Anton"/>
            </a:endParaRPr>
          </a:p>
          <a:p>
            <a:pPr marL="457200" lvl="0" indent="-457200">
              <a:lnSpc>
                <a:spcPct val="150000"/>
              </a:lnSpc>
              <a:buAutoNum type="arabicPeriod"/>
            </a:pPr>
            <a:r>
              <a:rPr lang="en-US" sz="2000" err="1">
                <a:solidFill>
                  <a:srgbClr val="393A3F"/>
                </a:solidFill>
              </a:rPr>
              <a:t>Tahia</a:t>
            </a:r>
            <a:r>
              <a:rPr lang="en-US" sz="2000">
                <a:solidFill>
                  <a:srgbClr val="393A3F"/>
                </a:solidFill>
              </a:rPr>
              <a:t> </a:t>
            </a:r>
            <a:r>
              <a:rPr lang="en-US" sz="2000" err="1">
                <a:solidFill>
                  <a:srgbClr val="393A3F"/>
                </a:solidFill>
              </a:rPr>
              <a:t>Tamim</a:t>
            </a:r>
            <a:r>
              <a:rPr lang="en-US" sz="2000">
                <a:solidFill>
                  <a:srgbClr val="393A3F"/>
                </a:solidFill>
              </a:rPr>
              <a:t> </a:t>
            </a:r>
            <a:r>
              <a:rPr lang="en-US" sz="2000" err="1">
                <a:solidFill>
                  <a:srgbClr val="393A3F"/>
                </a:solidFill>
              </a:rPr>
              <a:t>Pushpa</a:t>
            </a:r>
            <a:r>
              <a:rPr lang="en-US" sz="2000">
                <a:solidFill>
                  <a:srgbClr val="393A3F"/>
                </a:solidFill>
              </a:rPr>
              <a:t> -                         (2023100000355)</a:t>
            </a:r>
          </a:p>
          <a:p>
            <a:pPr marL="457200" lvl="0" indent="-457200">
              <a:lnSpc>
                <a:spcPct val="150000"/>
              </a:lnSpc>
              <a:buAutoNum type="arabicPeriod"/>
            </a:pPr>
            <a:r>
              <a:rPr lang="en-US" sz="2000">
                <a:solidFill>
                  <a:srgbClr val="393A3F"/>
                </a:solidFill>
              </a:rPr>
              <a:t>Khadija </a:t>
            </a:r>
            <a:r>
              <a:rPr lang="en-US" sz="2000" err="1">
                <a:solidFill>
                  <a:srgbClr val="393A3F"/>
                </a:solidFill>
              </a:rPr>
              <a:t>aktar</a:t>
            </a:r>
            <a:r>
              <a:rPr lang="en-US" sz="2000">
                <a:solidFill>
                  <a:srgbClr val="393A3F"/>
                </a:solidFill>
              </a:rPr>
              <a:t> – (2023100000501)</a:t>
            </a:r>
          </a:p>
          <a:p>
            <a:pPr marL="457200" lvl="0" indent="-457200">
              <a:lnSpc>
                <a:spcPct val="150000"/>
              </a:lnSpc>
              <a:buAutoNum type="arabicPeriod"/>
            </a:pPr>
            <a:r>
              <a:rPr lang="en-US" sz="2000" err="1">
                <a:solidFill>
                  <a:srgbClr val="393A3F"/>
                </a:solidFill>
              </a:rPr>
              <a:t>Farzana</a:t>
            </a:r>
            <a:r>
              <a:rPr lang="en-US" sz="2000">
                <a:solidFill>
                  <a:srgbClr val="393A3F"/>
                </a:solidFill>
              </a:rPr>
              <a:t> </a:t>
            </a:r>
            <a:r>
              <a:rPr lang="en-US" sz="2000" err="1">
                <a:solidFill>
                  <a:srgbClr val="393A3F"/>
                </a:solidFill>
              </a:rPr>
              <a:t>Easmin</a:t>
            </a:r>
            <a:r>
              <a:rPr lang="en-US" sz="2000">
                <a:solidFill>
                  <a:srgbClr val="393A3F"/>
                </a:solidFill>
              </a:rPr>
              <a:t> </a:t>
            </a:r>
            <a:r>
              <a:rPr lang="en-US" sz="2000" err="1">
                <a:solidFill>
                  <a:srgbClr val="393A3F"/>
                </a:solidFill>
              </a:rPr>
              <a:t>Anonna</a:t>
            </a:r>
            <a:r>
              <a:rPr lang="en-US" sz="2000">
                <a:solidFill>
                  <a:srgbClr val="393A3F"/>
                </a:solidFill>
              </a:rPr>
              <a:t> – (2023100000604)</a:t>
            </a:r>
          </a:p>
          <a:p>
            <a:pPr marL="457200" lvl="0" indent="-457200">
              <a:lnSpc>
                <a:spcPct val="150000"/>
              </a:lnSpc>
              <a:buAutoNum type="arabicPeriod"/>
            </a:pPr>
            <a:r>
              <a:rPr lang="en-US" sz="2000" err="1">
                <a:solidFill>
                  <a:srgbClr val="393A3F"/>
                </a:solidFill>
                <a:latin typeface="+mj-lt"/>
              </a:rPr>
              <a:t>Md.Mahfujur</a:t>
            </a:r>
            <a:r>
              <a:rPr lang="en-US" sz="2000">
                <a:solidFill>
                  <a:srgbClr val="393A3F"/>
                </a:solidFill>
                <a:latin typeface="+mj-lt"/>
              </a:rPr>
              <a:t> Rahman </a:t>
            </a:r>
            <a:r>
              <a:rPr lang="en-US" sz="2000" err="1">
                <a:solidFill>
                  <a:srgbClr val="393A3F"/>
                </a:solidFill>
                <a:latin typeface="+mj-lt"/>
              </a:rPr>
              <a:t>Lijohn</a:t>
            </a:r>
            <a:r>
              <a:rPr lang="en-US" sz="2000">
                <a:solidFill>
                  <a:srgbClr val="393A3F"/>
                </a:solidFill>
                <a:latin typeface="+mj-lt"/>
              </a:rPr>
              <a:t> – (2023100000153)</a:t>
            </a:r>
          </a:p>
        </p:txBody>
      </p:sp>
      <p:sp>
        <p:nvSpPr>
          <p:cNvPr id="54" name="Rounded Rectangle 53"/>
          <p:cNvSpPr/>
          <p:nvPr/>
        </p:nvSpPr>
        <p:spPr>
          <a:xfrm>
            <a:off x="10957856" y="4990571"/>
            <a:ext cx="5268287" cy="4424207"/>
          </a:xfrm>
          <a:prstGeom prst="roundRect">
            <a:avLst>
              <a:gd name="adj" fmla="val 6154"/>
            </a:avLst>
          </a:prstGeom>
          <a:noFill/>
          <a:ln w="57150">
            <a:solidFill>
              <a:srgbClr val="ED78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8" name="Google Shape;1808;p29"/>
          <p:cNvSpPr txBox="1"/>
          <p:nvPr/>
        </p:nvSpPr>
        <p:spPr>
          <a:xfrm>
            <a:off x="11095820" y="6023293"/>
            <a:ext cx="4992357" cy="2308324"/>
          </a:xfrm>
          <a:prstGeom prst="rect">
            <a:avLst/>
          </a:prstGeom>
          <a:noFill/>
          <a:ln>
            <a:noFill/>
          </a:ln>
        </p:spPr>
        <p:txBody>
          <a:bodyPr spcFirstLastPara="1" wrap="square" lIns="0" tIns="0" rIns="0" bIns="0" anchor="t" anchorCtr="0">
            <a:spAutoFit/>
          </a:bodyPr>
          <a:lstStyle/>
          <a:p>
            <a:pPr algn="ctr">
              <a:lnSpc>
                <a:spcPct val="150000"/>
              </a:lnSpc>
            </a:pPr>
            <a:r>
              <a:rPr lang="en-US" sz="2800" spc="200">
                <a:solidFill>
                  <a:srgbClr val="393A3F"/>
                </a:solidFill>
                <a:latin typeface="Anton" panose="020B0604020202020204" charset="0"/>
              </a:rPr>
              <a:t>Md. </a:t>
            </a:r>
            <a:r>
              <a:rPr lang="en-US" sz="2800" spc="200" err="1">
                <a:solidFill>
                  <a:srgbClr val="393A3F"/>
                </a:solidFill>
                <a:latin typeface="Anton" panose="020B0604020202020204" charset="0"/>
              </a:rPr>
              <a:t>Habibullah</a:t>
            </a:r>
            <a:r>
              <a:rPr lang="en-US" sz="2800" spc="200">
                <a:solidFill>
                  <a:srgbClr val="393A3F"/>
                </a:solidFill>
                <a:latin typeface="Anton" panose="020B0604020202020204" charset="0"/>
              </a:rPr>
              <a:t> </a:t>
            </a:r>
            <a:r>
              <a:rPr lang="en-US" sz="2800" spc="200" err="1">
                <a:solidFill>
                  <a:srgbClr val="393A3F"/>
                </a:solidFill>
                <a:latin typeface="Anton" panose="020B0604020202020204" charset="0"/>
              </a:rPr>
              <a:t>Belali</a:t>
            </a:r>
            <a:endParaRPr lang="en-US" sz="2800" spc="200">
              <a:solidFill>
                <a:srgbClr val="393A3F"/>
              </a:solidFill>
              <a:latin typeface="Anton" panose="020B0604020202020204" charset="0"/>
            </a:endParaRPr>
          </a:p>
          <a:p>
            <a:pPr algn="ctr">
              <a:lnSpc>
                <a:spcPct val="150000"/>
              </a:lnSpc>
            </a:pPr>
            <a:r>
              <a:rPr lang="en-US" sz="2400">
                <a:solidFill>
                  <a:srgbClr val="393A3F"/>
                </a:solidFill>
              </a:rPr>
              <a:t>Assistant Professor</a:t>
            </a:r>
          </a:p>
          <a:p>
            <a:pPr algn="ctr">
              <a:lnSpc>
                <a:spcPct val="150000"/>
              </a:lnSpc>
            </a:pPr>
            <a:r>
              <a:rPr lang="en-US" sz="2400">
                <a:solidFill>
                  <a:srgbClr val="393A3F"/>
                </a:solidFill>
              </a:rPr>
              <a:t>Department of CSE</a:t>
            </a:r>
          </a:p>
          <a:p>
            <a:pPr algn="ctr">
              <a:lnSpc>
                <a:spcPct val="150000"/>
              </a:lnSpc>
            </a:pPr>
            <a:r>
              <a:rPr lang="en-US" sz="2400">
                <a:solidFill>
                  <a:srgbClr val="393A3F"/>
                </a:solidFill>
              </a:rPr>
              <a:t>Southeast University</a:t>
            </a:r>
            <a:endParaRPr sz="2400" spc="300">
              <a:solidFill>
                <a:srgbClr val="393A3F"/>
              </a:solidFill>
            </a:endParaRPr>
          </a:p>
        </p:txBody>
      </p:sp>
      <p:cxnSp>
        <p:nvCxnSpPr>
          <p:cNvPr id="7" name="Straight Connector 6"/>
          <p:cNvCxnSpPr/>
          <p:nvPr/>
        </p:nvCxnSpPr>
        <p:spPr>
          <a:xfrm>
            <a:off x="2524874" y="4436573"/>
            <a:ext cx="2267194" cy="0"/>
          </a:xfrm>
          <a:prstGeom prst="line">
            <a:avLst/>
          </a:prstGeom>
          <a:ln w="76200">
            <a:solidFill>
              <a:srgbClr val="393A3F"/>
            </a:solidFill>
            <a:prstDash val="sysDash"/>
          </a:ln>
        </p:spPr>
        <p:style>
          <a:lnRef idx="1">
            <a:schemeClr val="accent1"/>
          </a:lnRef>
          <a:fillRef idx="0">
            <a:schemeClr val="accent1"/>
          </a:fillRef>
          <a:effectRef idx="0">
            <a:schemeClr val="accent1"/>
          </a:effectRef>
          <a:fontRef idx="minor">
            <a:schemeClr val="tx1"/>
          </a:fontRef>
        </p:style>
      </p:cxnSp>
      <p:sp>
        <p:nvSpPr>
          <p:cNvPr id="8" name="Down Arrow 7"/>
          <p:cNvSpPr/>
          <p:nvPr/>
        </p:nvSpPr>
        <p:spPr>
          <a:xfrm>
            <a:off x="12131379" y="0"/>
            <a:ext cx="2101516" cy="3122206"/>
          </a:xfrm>
          <a:prstGeom prst="downArrow">
            <a:avLst>
              <a:gd name="adj1" fmla="val 53053"/>
              <a:gd name="adj2" fmla="val 53053"/>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541"/>
        <p:cNvGrpSpPr/>
        <p:nvPr/>
      </p:nvGrpSpPr>
      <p:grpSpPr>
        <a:xfrm>
          <a:off x="0" y="0"/>
          <a:ext cx="0" cy="0"/>
          <a:chOff x="0" y="0"/>
          <a:chExt cx="0" cy="0"/>
        </a:xfrm>
      </p:grpSpPr>
      <p:grpSp>
        <p:nvGrpSpPr>
          <p:cNvPr id="542" name="Google Shape;542;p12"/>
          <p:cNvGrpSpPr/>
          <p:nvPr/>
        </p:nvGrpSpPr>
        <p:grpSpPr>
          <a:xfrm>
            <a:off x="844802" y="3560624"/>
            <a:ext cx="2065565" cy="1437158"/>
            <a:chOff x="0" y="-47625"/>
            <a:chExt cx="544017" cy="378511"/>
          </a:xfrm>
        </p:grpSpPr>
        <p:sp>
          <p:nvSpPr>
            <p:cNvPr id="543" name="Google Shape;543;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5" name="Google Shape;545;p12"/>
          <p:cNvGrpSpPr/>
          <p:nvPr/>
        </p:nvGrpSpPr>
        <p:grpSpPr>
          <a:xfrm>
            <a:off x="9951941" y="3560624"/>
            <a:ext cx="2065565" cy="1437158"/>
            <a:chOff x="0" y="-47625"/>
            <a:chExt cx="544017" cy="378511"/>
          </a:xfrm>
        </p:grpSpPr>
        <p:sp>
          <p:nvSpPr>
            <p:cNvPr id="546" name="Google Shape;546;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8" name="Google Shape;548;p12"/>
          <p:cNvGrpSpPr/>
          <p:nvPr/>
        </p:nvGrpSpPr>
        <p:grpSpPr>
          <a:xfrm>
            <a:off x="844802" y="5214183"/>
            <a:ext cx="2065565" cy="1437158"/>
            <a:chOff x="0" y="-47625"/>
            <a:chExt cx="544017" cy="378511"/>
          </a:xfrm>
        </p:grpSpPr>
        <p:sp>
          <p:nvSpPr>
            <p:cNvPr id="549" name="Google Shape;549;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1" name="Google Shape;551;p12"/>
          <p:cNvGrpSpPr/>
          <p:nvPr/>
        </p:nvGrpSpPr>
        <p:grpSpPr>
          <a:xfrm>
            <a:off x="9951941" y="5214183"/>
            <a:ext cx="2065565" cy="1437158"/>
            <a:chOff x="0" y="-47625"/>
            <a:chExt cx="544017" cy="378511"/>
          </a:xfrm>
        </p:grpSpPr>
        <p:sp>
          <p:nvSpPr>
            <p:cNvPr id="552" name="Google Shape;552;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4" name="Google Shape;554;p12"/>
          <p:cNvGrpSpPr/>
          <p:nvPr/>
        </p:nvGrpSpPr>
        <p:grpSpPr>
          <a:xfrm>
            <a:off x="954377" y="3384557"/>
            <a:ext cx="2065565" cy="1437158"/>
            <a:chOff x="0" y="-47625"/>
            <a:chExt cx="544017" cy="378511"/>
          </a:xfrm>
        </p:grpSpPr>
        <p:sp>
          <p:nvSpPr>
            <p:cNvPr id="555" name="Google Shape;555;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7" name="Google Shape;557;p12"/>
          <p:cNvGrpSpPr/>
          <p:nvPr/>
        </p:nvGrpSpPr>
        <p:grpSpPr>
          <a:xfrm>
            <a:off x="10061517" y="3384557"/>
            <a:ext cx="2065565" cy="1437158"/>
            <a:chOff x="0" y="-47625"/>
            <a:chExt cx="544017" cy="378511"/>
          </a:xfrm>
        </p:grpSpPr>
        <p:sp>
          <p:nvSpPr>
            <p:cNvPr id="558" name="Google Shape;558;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0" name="Google Shape;560;p12"/>
          <p:cNvGrpSpPr/>
          <p:nvPr/>
        </p:nvGrpSpPr>
        <p:grpSpPr>
          <a:xfrm>
            <a:off x="954377" y="5038116"/>
            <a:ext cx="2065565" cy="1437158"/>
            <a:chOff x="0" y="-47625"/>
            <a:chExt cx="544017" cy="378511"/>
          </a:xfrm>
        </p:grpSpPr>
        <p:sp>
          <p:nvSpPr>
            <p:cNvPr id="561" name="Google Shape;561;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3" name="Google Shape;563;p12"/>
          <p:cNvGrpSpPr/>
          <p:nvPr/>
        </p:nvGrpSpPr>
        <p:grpSpPr>
          <a:xfrm>
            <a:off x="10061517" y="5038116"/>
            <a:ext cx="2065565" cy="1437158"/>
            <a:chOff x="0" y="-47625"/>
            <a:chExt cx="544017" cy="378511"/>
          </a:xfrm>
        </p:grpSpPr>
        <p:sp>
          <p:nvSpPr>
            <p:cNvPr id="564" name="Google Shape;564;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6" name="Google Shape;566;p12"/>
          <p:cNvGrpSpPr/>
          <p:nvPr/>
        </p:nvGrpSpPr>
        <p:grpSpPr>
          <a:xfrm>
            <a:off x="844802" y="6867742"/>
            <a:ext cx="2065565" cy="1437158"/>
            <a:chOff x="0" y="-47625"/>
            <a:chExt cx="544017" cy="378511"/>
          </a:xfrm>
        </p:grpSpPr>
        <p:sp>
          <p:nvSpPr>
            <p:cNvPr id="567" name="Google Shape;567;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9" name="Google Shape;569;p12"/>
          <p:cNvGrpSpPr/>
          <p:nvPr/>
        </p:nvGrpSpPr>
        <p:grpSpPr>
          <a:xfrm>
            <a:off x="954377" y="6691674"/>
            <a:ext cx="2065565" cy="1437158"/>
            <a:chOff x="0" y="-47625"/>
            <a:chExt cx="544017" cy="378511"/>
          </a:xfrm>
        </p:grpSpPr>
        <p:sp>
          <p:nvSpPr>
            <p:cNvPr id="570" name="Google Shape;570;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2" name="Google Shape;572;p12"/>
          <p:cNvGrpSpPr/>
          <p:nvPr/>
        </p:nvGrpSpPr>
        <p:grpSpPr>
          <a:xfrm>
            <a:off x="11999777" y="8705085"/>
            <a:ext cx="5851054" cy="1309820"/>
            <a:chOff x="0" y="0"/>
            <a:chExt cx="7801405" cy="1746426"/>
          </a:xfrm>
        </p:grpSpPr>
        <p:grpSp>
          <p:nvGrpSpPr>
            <p:cNvPr id="573" name="Google Shape;573;p12"/>
            <p:cNvGrpSpPr/>
            <p:nvPr/>
          </p:nvGrpSpPr>
          <p:grpSpPr>
            <a:xfrm rot="10800000">
              <a:off x="5628042" y="1226060"/>
              <a:ext cx="2173363" cy="520366"/>
              <a:chOff x="0" y="-47625"/>
              <a:chExt cx="429306" cy="102789"/>
            </a:xfrm>
          </p:grpSpPr>
          <p:sp>
            <p:nvSpPr>
              <p:cNvPr id="574" name="Google Shape;574;p12"/>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2"/>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6" name="Google Shape;576;p12"/>
            <p:cNvGrpSpPr/>
            <p:nvPr/>
          </p:nvGrpSpPr>
          <p:grpSpPr>
            <a:xfrm rot="10800000">
              <a:off x="3056328" y="1226060"/>
              <a:ext cx="2173363" cy="520366"/>
              <a:chOff x="0" y="-47625"/>
              <a:chExt cx="429306" cy="102789"/>
            </a:xfrm>
          </p:grpSpPr>
          <p:sp>
            <p:nvSpPr>
              <p:cNvPr id="577" name="Google Shape;577;p12"/>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2"/>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9" name="Google Shape;579;p12"/>
            <p:cNvGrpSpPr/>
            <p:nvPr/>
          </p:nvGrpSpPr>
          <p:grpSpPr>
            <a:xfrm rot="10800000">
              <a:off x="4282709" y="409897"/>
              <a:ext cx="2173363" cy="520366"/>
              <a:chOff x="0" y="-47625"/>
              <a:chExt cx="429306" cy="102789"/>
            </a:xfrm>
          </p:grpSpPr>
          <p:sp>
            <p:nvSpPr>
              <p:cNvPr id="580" name="Google Shape;580;p12"/>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2"/>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2" name="Google Shape;582;p12"/>
            <p:cNvGrpSpPr/>
            <p:nvPr/>
          </p:nvGrpSpPr>
          <p:grpSpPr>
            <a:xfrm rot="10800000">
              <a:off x="1969647" y="421320"/>
              <a:ext cx="2173363" cy="520366"/>
              <a:chOff x="0" y="-47625"/>
              <a:chExt cx="429306" cy="102789"/>
            </a:xfrm>
          </p:grpSpPr>
          <p:sp>
            <p:nvSpPr>
              <p:cNvPr id="583" name="Google Shape;583;p12"/>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2"/>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5" name="Google Shape;585;p12"/>
            <p:cNvGrpSpPr/>
            <p:nvPr/>
          </p:nvGrpSpPr>
          <p:grpSpPr>
            <a:xfrm rot="10800000">
              <a:off x="1295725" y="1226060"/>
              <a:ext cx="1191036" cy="520366"/>
              <a:chOff x="0" y="-47625"/>
              <a:chExt cx="235266" cy="102789"/>
            </a:xfrm>
          </p:grpSpPr>
          <p:sp>
            <p:nvSpPr>
              <p:cNvPr id="586" name="Google Shape;586;p12"/>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2"/>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8" name="Google Shape;588;p12"/>
            <p:cNvGrpSpPr/>
            <p:nvPr/>
          </p:nvGrpSpPr>
          <p:grpSpPr>
            <a:xfrm rot="10800000">
              <a:off x="0" y="421320"/>
              <a:ext cx="1191036" cy="520366"/>
              <a:chOff x="0" y="-47625"/>
              <a:chExt cx="235266" cy="102789"/>
            </a:xfrm>
          </p:grpSpPr>
          <p:sp>
            <p:nvSpPr>
              <p:cNvPr id="589" name="Google Shape;589;p12"/>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2"/>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91" name="Google Shape;591;p12"/>
            <p:cNvGrpSpPr/>
            <p:nvPr/>
          </p:nvGrpSpPr>
          <p:grpSpPr>
            <a:xfrm rot="10800000">
              <a:off x="6598946" y="421320"/>
              <a:ext cx="1202459" cy="497523"/>
              <a:chOff x="0" y="-47625"/>
              <a:chExt cx="237523" cy="98276"/>
            </a:xfrm>
          </p:grpSpPr>
          <p:sp>
            <p:nvSpPr>
              <p:cNvPr id="592" name="Google Shape;592;p12"/>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2"/>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94" name="Google Shape;594;p12"/>
            <p:cNvGrpSpPr/>
            <p:nvPr/>
          </p:nvGrpSpPr>
          <p:grpSpPr>
            <a:xfrm rot="10800000">
              <a:off x="3423955" y="819795"/>
              <a:ext cx="4377449" cy="520366"/>
              <a:chOff x="0" y="-47625"/>
              <a:chExt cx="864681" cy="102789"/>
            </a:xfrm>
          </p:grpSpPr>
          <p:sp>
            <p:nvSpPr>
              <p:cNvPr id="595" name="Google Shape;595;p12"/>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2"/>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97" name="Google Shape;597;p12"/>
            <p:cNvGrpSpPr/>
            <p:nvPr/>
          </p:nvGrpSpPr>
          <p:grpSpPr>
            <a:xfrm rot="10800000">
              <a:off x="3423955" y="0"/>
              <a:ext cx="4377449" cy="520366"/>
              <a:chOff x="0" y="-47625"/>
              <a:chExt cx="864681" cy="102789"/>
            </a:xfrm>
          </p:grpSpPr>
          <p:sp>
            <p:nvSpPr>
              <p:cNvPr id="598" name="Google Shape;598;p12"/>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2"/>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600" name="Google Shape;600;p12"/>
          <p:cNvSpPr txBox="1"/>
          <p:nvPr/>
        </p:nvSpPr>
        <p:spPr>
          <a:xfrm>
            <a:off x="3508643" y="3917194"/>
            <a:ext cx="4662995" cy="90484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a:solidFill>
                  <a:srgbClr val="393A3F"/>
                </a:solidFill>
                <a:latin typeface="Anton"/>
                <a:ea typeface="Anton"/>
                <a:cs typeface="Anton"/>
                <a:sym typeface="Anton"/>
              </a:rPr>
              <a:t>INTRODUCTION</a:t>
            </a:r>
            <a:endParaRPr/>
          </a:p>
        </p:txBody>
      </p:sp>
      <p:sp>
        <p:nvSpPr>
          <p:cNvPr id="601" name="Google Shape;601;p12"/>
          <p:cNvSpPr txBox="1"/>
          <p:nvPr/>
        </p:nvSpPr>
        <p:spPr>
          <a:xfrm>
            <a:off x="3508642" y="5629068"/>
            <a:ext cx="6183909"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a:solidFill>
                  <a:srgbClr val="393A3F"/>
                </a:solidFill>
                <a:latin typeface="Anton"/>
                <a:ea typeface="Anton"/>
                <a:cs typeface="Anton"/>
                <a:sym typeface="Anton"/>
              </a:rPr>
              <a:t>Patient </a:t>
            </a:r>
            <a:r>
              <a:rPr lang="en-US" sz="5963">
                <a:solidFill>
                  <a:srgbClr val="393A3F"/>
                </a:solidFill>
                <a:latin typeface="Anton"/>
                <a:ea typeface="Anton"/>
                <a:cs typeface="Anton"/>
                <a:sym typeface="Anton"/>
              </a:rPr>
              <a:t>Information</a:t>
            </a:r>
            <a:endParaRPr/>
          </a:p>
        </p:txBody>
      </p:sp>
      <p:sp>
        <p:nvSpPr>
          <p:cNvPr id="602" name="Google Shape;602;p12"/>
          <p:cNvSpPr txBox="1"/>
          <p:nvPr/>
        </p:nvSpPr>
        <p:spPr>
          <a:xfrm>
            <a:off x="12638584" y="3897693"/>
            <a:ext cx="466299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a:solidFill>
                  <a:srgbClr val="393A3F"/>
                </a:solidFill>
                <a:latin typeface="Anton"/>
                <a:ea typeface="Anton"/>
                <a:cs typeface="Anton"/>
                <a:sym typeface="Anton"/>
              </a:rPr>
              <a:t>Billing Records</a:t>
            </a:r>
            <a:endParaRPr/>
          </a:p>
        </p:txBody>
      </p:sp>
      <p:sp>
        <p:nvSpPr>
          <p:cNvPr id="604" name="Google Shape;604;p12"/>
          <p:cNvSpPr txBox="1"/>
          <p:nvPr/>
        </p:nvSpPr>
        <p:spPr>
          <a:xfrm>
            <a:off x="890224" y="907938"/>
            <a:ext cx="12446871" cy="190497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2500" b="0" i="0" u="none" strike="noStrike" cap="none">
                <a:solidFill>
                  <a:srgbClr val="393A3F"/>
                </a:solidFill>
                <a:latin typeface="Anton"/>
                <a:ea typeface="Anton"/>
                <a:cs typeface="Anton"/>
                <a:sym typeface="Anton"/>
              </a:rPr>
              <a:t>TABLE OF CONTENTS</a:t>
            </a:r>
            <a:endParaRPr/>
          </a:p>
        </p:txBody>
      </p:sp>
      <p:sp>
        <p:nvSpPr>
          <p:cNvPr id="605" name="Google Shape;605;p12"/>
          <p:cNvSpPr txBox="1"/>
          <p:nvPr/>
        </p:nvSpPr>
        <p:spPr>
          <a:xfrm>
            <a:off x="1534081" y="3617752"/>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01</a:t>
            </a:r>
            <a:endParaRPr/>
          </a:p>
        </p:txBody>
      </p:sp>
      <p:sp>
        <p:nvSpPr>
          <p:cNvPr id="606" name="Google Shape;606;p12"/>
          <p:cNvSpPr txBox="1"/>
          <p:nvPr/>
        </p:nvSpPr>
        <p:spPr>
          <a:xfrm>
            <a:off x="10641221" y="3617752"/>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04</a:t>
            </a:r>
            <a:endParaRPr/>
          </a:p>
        </p:txBody>
      </p:sp>
      <p:sp>
        <p:nvSpPr>
          <p:cNvPr id="607" name="Google Shape;607;p12"/>
          <p:cNvSpPr txBox="1"/>
          <p:nvPr/>
        </p:nvSpPr>
        <p:spPr>
          <a:xfrm>
            <a:off x="1534081" y="5240202"/>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
        <p:nvSpPr>
          <p:cNvPr id="608" name="Google Shape;608;p12"/>
          <p:cNvSpPr txBox="1"/>
          <p:nvPr/>
        </p:nvSpPr>
        <p:spPr>
          <a:xfrm>
            <a:off x="10641221" y="5240202"/>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05</a:t>
            </a:r>
            <a:endParaRPr/>
          </a:p>
        </p:txBody>
      </p:sp>
      <p:sp>
        <p:nvSpPr>
          <p:cNvPr id="609" name="Google Shape;609;p12"/>
          <p:cNvSpPr txBox="1"/>
          <p:nvPr/>
        </p:nvSpPr>
        <p:spPr>
          <a:xfrm>
            <a:off x="3508643" y="7185747"/>
            <a:ext cx="5378683"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a:solidFill>
                  <a:srgbClr val="393A3F"/>
                </a:solidFill>
                <a:latin typeface="Anton"/>
                <a:ea typeface="Anton"/>
                <a:cs typeface="Anton"/>
                <a:sym typeface="Anton"/>
              </a:rPr>
              <a:t>Medical Records</a:t>
            </a:r>
            <a:endParaRPr/>
          </a:p>
        </p:txBody>
      </p:sp>
      <p:sp>
        <p:nvSpPr>
          <p:cNvPr id="610" name="Google Shape;610;p12"/>
          <p:cNvSpPr txBox="1"/>
          <p:nvPr/>
        </p:nvSpPr>
        <p:spPr>
          <a:xfrm>
            <a:off x="1534081" y="6924869"/>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03</a:t>
            </a:r>
            <a:endParaRPr/>
          </a:p>
        </p:txBody>
      </p:sp>
      <p:grpSp>
        <p:nvGrpSpPr>
          <p:cNvPr id="611" name="Google Shape;611;p12"/>
          <p:cNvGrpSpPr/>
          <p:nvPr/>
        </p:nvGrpSpPr>
        <p:grpSpPr>
          <a:xfrm rot="2821008">
            <a:off x="16959926" y="165868"/>
            <a:ext cx="1057412" cy="1194325"/>
            <a:chOff x="-95788" y="-89271"/>
            <a:chExt cx="1409883" cy="1592433"/>
          </a:xfrm>
        </p:grpSpPr>
        <p:grpSp>
          <p:nvGrpSpPr>
            <p:cNvPr id="612" name="Google Shape;612;p12"/>
            <p:cNvGrpSpPr/>
            <p:nvPr/>
          </p:nvGrpSpPr>
          <p:grpSpPr>
            <a:xfrm rot="-2821008">
              <a:off x="134749" y="283003"/>
              <a:ext cx="943438" cy="1040647"/>
              <a:chOff x="0" y="-47625"/>
              <a:chExt cx="343153" cy="378511"/>
            </a:xfrm>
          </p:grpSpPr>
          <p:sp>
            <p:nvSpPr>
              <p:cNvPr id="613" name="Google Shape;613;p12"/>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2"/>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5" name="Google Shape;615;p12"/>
            <p:cNvGrpSpPr/>
            <p:nvPr/>
          </p:nvGrpSpPr>
          <p:grpSpPr>
            <a:xfrm rot="-2821008">
              <a:off x="140122" y="90242"/>
              <a:ext cx="943438" cy="1040647"/>
              <a:chOff x="0" y="-47625"/>
              <a:chExt cx="343153" cy="378511"/>
            </a:xfrm>
          </p:grpSpPr>
          <p:sp>
            <p:nvSpPr>
              <p:cNvPr id="616" name="Google Shape;616;p12"/>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2"/>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8" name="Google Shape;618;p12"/>
            <p:cNvGrpSpPr/>
            <p:nvPr/>
          </p:nvGrpSpPr>
          <p:grpSpPr>
            <a:xfrm>
              <a:off x="625032" y="253446"/>
              <a:ext cx="69946" cy="699445"/>
              <a:chOff x="0" y="-47625"/>
              <a:chExt cx="31856" cy="318558"/>
            </a:xfrm>
          </p:grpSpPr>
          <p:sp>
            <p:nvSpPr>
              <p:cNvPr id="619" name="Google Shape;619;p12"/>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2"/>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1" name="Google Shape;621;p12"/>
            <p:cNvGrpSpPr/>
            <p:nvPr/>
          </p:nvGrpSpPr>
          <p:grpSpPr>
            <a:xfrm rot="5400000">
              <a:off x="676029" y="305730"/>
              <a:ext cx="72519" cy="699445"/>
              <a:chOff x="0" y="-47625"/>
              <a:chExt cx="33028" cy="318558"/>
            </a:xfrm>
          </p:grpSpPr>
          <p:sp>
            <p:nvSpPr>
              <p:cNvPr id="622" name="Google Shape;622;p12"/>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2"/>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624" name="Google Shape;624;p12"/>
          <p:cNvSpPr/>
          <p:nvPr/>
        </p:nvSpPr>
        <p:spPr>
          <a:xfrm>
            <a:off x="10562015" y="7783773"/>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lip>
            <a:stretch>
              <a:fillRect/>
            </a:stretch>
          </a:blipFill>
          <a:ln>
            <a:noFill/>
          </a:ln>
        </p:spPr>
      </p:sp>
      <p:sp>
        <p:nvSpPr>
          <p:cNvPr id="85" name="Google Shape;602;p12"/>
          <p:cNvSpPr txBox="1"/>
          <p:nvPr/>
        </p:nvSpPr>
        <p:spPr>
          <a:xfrm>
            <a:off x="12547590" y="5660026"/>
            <a:ext cx="466299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a:solidFill>
                  <a:srgbClr val="393A3F"/>
                </a:solidFill>
                <a:latin typeface="Anton"/>
                <a:ea typeface="Anton"/>
                <a:cs typeface="Anton"/>
                <a:sym typeface="Anton"/>
              </a:rPr>
              <a:t>Waiting Room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628"/>
        <p:cNvGrpSpPr/>
        <p:nvPr/>
      </p:nvGrpSpPr>
      <p:grpSpPr>
        <a:xfrm>
          <a:off x="0" y="0"/>
          <a:ext cx="0" cy="0"/>
          <a:chOff x="0" y="0"/>
          <a:chExt cx="0" cy="0"/>
        </a:xfrm>
      </p:grpSpPr>
      <p:grpSp>
        <p:nvGrpSpPr>
          <p:cNvPr id="629" name="Google Shape;629;p13"/>
          <p:cNvGrpSpPr/>
          <p:nvPr/>
        </p:nvGrpSpPr>
        <p:grpSpPr>
          <a:xfrm>
            <a:off x="3258561" y="4278539"/>
            <a:ext cx="2065565" cy="1437158"/>
            <a:chOff x="0" y="-47625"/>
            <a:chExt cx="544017" cy="378511"/>
          </a:xfrm>
        </p:grpSpPr>
        <p:sp>
          <p:nvSpPr>
            <p:cNvPr id="630" name="Google Shape;630;p13"/>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2" name="Google Shape;632;p13"/>
          <p:cNvGrpSpPr/>
          <p:nvPr/>
        </p:nvGrpSpPr>
        <p:grpSpPr>
          <a:xfrm>
            <a:off x="3368136" y="4102471"/>
            <a:ext cx="2065565" cy="1437158"/>
            <a:chOff x="0" y="-47625"/>
            <a:chExt cx="544017" cy="378511"/>
          </a:xfrm>
        </p:grpSpPr>
        <p:sp>
          <p:nvSpPr>
            <p:cNvPr id="633" name="Google Shape;633;p13"/>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5" name="Google Shape;635;p13"/>
          <p:cNvGrpSpPr/>
          <p:nvPr/>
        </p:nvGrpSpPr>
        <p:grpSpPr>
          <a:xfrm>
            <a:off x="11999777" y="8705085"/>
            <a:ext cx="5851054" cy="1309820"/>
            <a:chOff x="0" y="0"/>
            <a:chExt cx="7801405" cy="1746426"/>
          </a:xfrm>
        </p:grpSpPr>
        <p:grpSp>
          <p:nvGrpSpPr>
            <p:cNvPr id="636" name="Google Shape;636;p13"/>
            <p:cNvGrpSpPr/>
            <p:nvPr/>
          </p:nvGrpSpPr>
          <p:grpSpPr>
            <a:xfrm rot="10800000">
              <a:off x="5628042" y="1226060"/>
              <a:ext cx="2173363" cy="520366"/>
              <a:chOff x="0" y="-47625"/>
              <a:chExt cx="429306" cy="102789"/>
            </a:xfrm>
          </p:grpSpPr>
          <p:sp>
            <p:nvSpPr>
              <p:cNvPr id="637" name="Google Shape;637;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9" name="Google Shape;639;p13"/>
            <p:cNvGrpSpPr/>
            <p:nvPr/>
          </p:nvGrpSpPr>
          <p:grpSpPr>
            <a:xfrm rot="10800000">
              <a:off x="3056328" y="1226060"/>
              <a:ext cx="2173363" cy="520366"/>
              <a:chOff x="0" y="-47625"/>
              <a:chExt cx="429306" cy="102789"/>
            </a:xfrm>
          </p:grpSpPr>
          <p:sp>
            <p:nvSpPr>
              <p:cNvPr id="640" name="Google Shape;640;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2" name="Google Shape;642;p13"/>
            <p:cNvGrpSpPr/>
            <p:nvPr/>
          </p:nvGrpSpPr>
          <p:grpSpPr>
            <a:xfrm rot="10800000">
              <a:off x="4282709" y="409897"/>
              <a:ext cx="2173363" cy="520366"/>
              <a:chOff x="0" y="-47625"/>
              <a:chExt cx="429306" cy="102789"/>
            </a:xfrm>
          </p:grpSpPr>
          <p:sp>
            <p:nvSpPr>
              <p:cNvPr id="643" name="Google Shape;643;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5" name="Google Shape;645;p13"/>
            <p:cNvGrpSpPr/>
            <p:nvPr/>
          </p:nvGrpSpPr>
          <p:grpSpPr>
            <a:xfrm rot="10800000">
              <a:off x="1969647" y="421320"/>
              <a:ext cx="2173363" cy="520366"/>
              <a:chOff x="0" y="-47625"/>
              <a:chExt cx="429306" cy="102789"/>
            </a:xfrm>
          </p:grpSpPr>
          <p:sp>
            <p:nvSpPr>
              <p:cNvPr id="646" name="Google Shape;646;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8" name="Google Shape;648;p13"/>
            <p:cNvGrpSpPr/>
            <p:nvPr/>
          </p:nvGrpSpPr>
          <p:grpSpPr>
            <a:xfrm rot="10800000">
              <a:off x="1295725" y="1226060"/>
              <a:ext cx="1191036" cy="520366"/>
              <a:chOff x="0" y="-47625"/>
              <a:chExt cx="235266" cy="102789"/>
            </a:xfrm>
          </p:grpSpPr>
          <p:sp>
            <p:nvSpPr>
              <p:cNvPr id="649" name="Google Shape;649;p13"/>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3"/>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1" name="Google Shape;651;p13"/>
            <p:cNvGrpSpPr/>
            <p:nvPr/>
          </p:nvGrpSpPr>
          <p:grpSpPr>
            <a:xfrm rot="10800000">
              <a:off x="0" y="421320"/>
              <a:ext cx="1191036" cy="520366"/>
              <a:chOff x="0" y="-47625"/>
              <a:chExt cx="235266" cy="102789"/>
            </a:xfrm>
          </p:grpSpPr>
          <p:sp>
            <p:nvSpPr>
              <p:cNvPr id="652" name="Google Shape;652;p13"/>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3"/>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4" name="Google Shape;654;p13"/>
            <p:cNvGrpSpPr/>
            <p:nvPr/>
          </p:nvGrpSpPr>
          <p:grpSpPr>
            <a:xfrm rot="10800000">
              <a:off x="6598946" y="421320"/>
              <a:ext cx="1202459" cy="497523"/>
              <a:chOff x="0" y="-47625"/>
              <a:chExt cx="237523" cy="98276"/>
            </a:xfrm>
          </p:grpSpPr>
          <p:sp>
            <p:nvSpPr>
              <p:cNvPr id="655" name="Google Shape;655;p13"/>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3"/>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7" name="Google Shape;657;p13"/>
            <p:cNvGrpSpPr/>
            <p:nvPr/>
          </p:nvGrpSpPr>
          <p:grpSpPr>
            <a:xfrm rot="10800000">
              <a:off x="3423955" y="819795"/>
              <a:ext cx="4377449" cy="520366"/>
              <a:chOff x="0" y="-47625"/>
              <a:chExt cx="864681" cy="102789"/>
            </a:xfrm>
          </p:grpSpPr>
          <p:sp>
            <p:nvSpPr>
              <p:cNvPr id="658" name="Google Shape;658;p13"/>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3"/>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60" name="Google Shape;660;p13"/>
            <p:cNvGrpSpPr/>
            <p:nvPr/>
          </p:nvGrpSpPr>
          <p:grpSpPr>
            <a:xfrm rot="10800000">
              <a:off x="3423955" y="0"/>
              <a:ext cx="4377449" cy="520366"/>
              <a:chOff x="0" y="-47625"/>
              <a:chExt cx="864681" cy="102789"/>
            </a:xfrm>
          </p:grpSpPr>
          <p:sp>
            <p:nvSpPr>
              <p:cNvPr id="661" name="Google Shape;661;p13"/>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3"/>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663" name="Google Shape;663;p13"/>
          <p:cNvGrpSpPr/>
          <p:nvPr/>
        </p:nvGrpSpPr>
        <p:grpSpPr>
          <a:xfrm>
            <a:off x="503083" y="429189"/>
            <a:ext cx="5851054" cy="1309820"/>
            <a:chOff x="0" y="0"/>
            <a:chExt cx="7801405" cy="1746426"/>
          </a:xfrm>
        </p:grpSpPr>
        <p:grpSp>
          <p:nvGrpSpPr>
            <p:cNvPr id="664" name="Google Shape;664;p13"/>
            <p:cNvGrpSpPr/>
            <p:nvPr/>
          </p:nvGrpSpPr>
          <p:grpSpPr>
            <a:xfrm rot="10800000">
              <a:off x="5628042" y="1226060"/>
              <a:ext cx="2173363" cy="520366"/>
              <a:chOff x="0" y="-47625"/>
              <a:chExt cx="429306" cy="102789"/>
            </a:xfrm>
          </p:grpSpPr>
          <p:sp>
            <p:nvSpPr>
              <p:cNvPr id="665" name="Google Shape;665;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67" name="Google Shape;667;p13"/>
            <p:cNvGrpSpPr/>
            <p:nvPr/>
          </p:nvGrpSpPr>
          <p:grpSpPr>
            <a:xfrm rot="10800000">
              <a:off x="3056328" y="1226060"/>
              <a:ext cx="2173363" cy="520366"/>
              <a:chOff x="0" y="-47625"/>
              <a:chExt cx="429306" cy="102789"/>
            </a:xfrm>
          </p:grpSpPr>
          <p:sp>
            <p:nvSpPr>
              <p:cNvPr id="668" name="Google Shape;668;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0" name="Google Shape;670;p13"/>
            <p:cNvGrpSpPr/>
            <p:nvPr/>
          </p:nvGrpSpPr>
          <p:grpSpPr>
            <a:xfrm rot="10800000">
              <a:off x="4282709" y="409897"/>
              <a:ext cx="2173363" cy="520366"/>
              <a:chOff x="0" y="-47625"/>
              <a:chExt cx="429306" cy="102789"/>
            </a:xfrm>
          </p:grpSpPr>
          <p:sp>
            <p:nvSpPr>
              <p:cNvPr id="671" name="Google Shape;671;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3" name="Google Shape;673;p13"/>
            <p:cNvGrpSpPr/>
            <p:nvPr/>
          </p:nvGrpSpPr>
          <p:grpSpPr>
            <a:xfrm rot="10800000">
              <a:off x="1969647" y="421320"/>
              <a:ext cx="2173363" cy="520366"/>
              <a:chOff x="0" y="-47625"/>
              <a:chExt cx="429306" cy="102789"/>
            </a:xfrm>
          </p:grpSpPr>
          <p:sp>
            <p:nvSpPr>
              <p:cNvPr id="674" name="Google Shape;674;p13"/>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3"/>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6" name="Google Shape;676;p13"/>
            <p:cNvGrpSpPr/>
            <p:nvPr/>
          </p:nvGrpSpPr>
          <p:grpSpPr>
            <a:xfrm rot="10800000">
              <a:off x="1295725" y="1226060"/>
              <a:ext cx="1191036" cy="520366"/>
              <a:chOff x="0" y="-47625"/>
              <a:chExt cx="235266" cy="102789"/>
            </a:xfrm>
          </p:grpSpPr>
          <p:sp>
            <p:nvSpPr>
              <p:cNvPr id="677" name="Google Shape;677;p13"/>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3"/>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9" name="Google Shape;679;p13"/>
            <p:cNvGrpSpPr/>
            <p:nvPr/>
          </p:nvGrpSpPr>
          <p:grpSpPr>
            <a:xfrm rot="10800000">
              <a:off x="0" y="421320"/>
              <a:ext cx="1191036" cy="520366"/>
              <a:chOff x="0" y="-47625"/>
              <a:chExt cx="235266" cy="102789"/>
            </a:xfrm>
          </p:grpSpPr>
          <p:sp>
            <p:nvSpPr>
              <p:cNvPr id="680" name="Google Shape;680;p13"/>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3"/>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82" name="Google Shape;682;p13"/>
            <p:cNvGrpSpPr/>
            <p:nvPr/>
          </p:nvGrpSpPr>
          <p:grpSpPr>
            <a:xfrm rot="10800000">
              <a:off x="6598946" y="421320"/>
              <a:ext cx="1202459" cy="497523"/>
              <a:chOff x="0" y="-47625"/>
              <a:chExt cx="237523" cy="98276"/>
            </a:xfrm>
          </p:grpSpPr>
          <p:sp>
            <p:nvSpPr>
              <p:cNvPr id="683" name="Google Shape;683;p13"/>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85" name="Google Shape;685;p13"/>
            <p:cNvGrpSpPr/>
            <p:nvPr/>
          </p:nvGrpSpPr>
          <p:grpSpPr>
            <a:xfrm rot="10800000">
              <a:off x="3423955" y="819795"/>
              <a:ext cx="4377449" cy="520366"/>
              <a:chOff x="0" y="-47625"/>
              <a:chExt cx="864681" cy="102789"/>
            </a:xfrm>
          </p:grpSpPr>
          <p:sp>
            <p:nvSpPr>
              <p:cNvPr id="686" name="Google Shape;686;p13"/>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3"/>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88" name="Google Shape;688;p13"/>
            <p:cNvGrpSpPr/>
            <p:nvPr/>
          </p:nvGrpSpPr>
          <p:grpSpPr>
            <a:xfrm rot="10800000">
              <a:off x="3423955" y="0"/>
              <a:ext cx="4377449" cy="520366"/>
              <a:chOff x="0" y="-47625"/>
              <a:chExt cx="864681" cy="102789"/>
            </a:xfrm>
          </p:grpSpPr>
          <p:sp>
            <p:nvSpPr>
              <p:cNvPr id="689" name="Google Shape;689;p13"/>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3"/>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691" name="Google Shape;691;p13"/>
          <p:cNvGrpSpPr/>
          <p:nvPr/>
        </p:nvGrpSpPr>
        <p:grpSpPr>
          <a:xfrm rot="2821008">
            <a:off x="16959926" y="165868"/>
            <a:ext cx="1057412" cy="1194325"/>
            <a:chOff x="-95788" y="-89271"/>
            <a:chExt cx="1409883" cy="1592433"/>
          </a:xfrm>
        </p:grpSpPr>
        <p:grpSp>
          <p:nvGrpSpPr>
            <p:cNvPr id="692" name="Google Shape;692;p13"/>
            <p:cNvGrpSpPr/>
            <p:nvPr/>
          </p:nvGrpSpPr>
          <p:grpSpPr>
            <a:xfrm rot="-2821008">
              <a:off x="134749" y="283003"/>
              <a:ext cx="943438" cy="1040647"/>
              <a:chOff x="0" y="-47625"/>
              <a:chExt cx="343153" cy="378511"/>
            </a:xfrm>
          </p:grpSpPr>
          <p:sp>
            <p:nvSpPr>
              <p:cNvPr id="693" name="Google Shape;693;p13"/>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3"/>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95" name="Google Shape;695;p13"/>
            <p:cNvGrpSpPr/>
            <p:nvPr/>
          </p:nvGrpSpPr>
          <p:grpSpPr>
            <a:xfrm rot="-2821008">
              <a:off x="140122" y="90242"/>
              <a:ext cx="943438" cy="1040647"/>
              <a:chOff x="0" y="-47625"/>
              <a:chExt cx="343153" cy="378511"/>
            </a:xfrm>
          </p:grpSpPr>
          <p:sp>
            <p:nvSpPr>
              <p:cNvPr id="696" name="Google Shape;696;p13"/>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3"/>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98" name="Google Shape;698;p13"/>
            <p:cNvGrpSpPr/>
            <p:nvPr/>
          </p:nvGrpSpPr>
          <p:grpSpPr>
            <a:xfrm>
              <a:off x="625032" y="253446"/>
              <a:ext cx="69946" cy="699445"/>
              <a:chOff x="0" y="-47625"/>
              <a:chExt cx="31856" cy="318558"/>
            </a:xfrm>
          </p:grpSpPr>
          <p:sp>
            <p:nvSpPr>
              <p:cNvPr id="699" name="Google Shape;699;p13"/>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3"/>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01" name="Google Shape;701;p13"/>
            <p:cNvGrpSpPr/>
            <p:nvPr/>
          </p:nvGrpSpPr>
          <p:grpSpPr>
            <a:xfrm rot="5400000">
              <a:off x="676029" y="305730"/>
              <a:ext cx="72519" cy="699445"/>
              <a:chOff x="0" y="-47625"/>
              <a:chExt cx="33028" cy="318558"/>
            </a:xfrm>
          </p:grpSpPr>
          <p:sp>
            <p:nvSpPr>
              <p:cNvPr id="702" name="Google Shape;702;p13"/>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3"/>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704" name="Google Shape;704;p13"/>
          <p:cNvSpPr/>
          <p:nvPr/>
        </p:nvSpPr>
        <p:spPr>
          <a:xfrm>
            <a:off x="12591252" y="1558183"/>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lip>
            <a:stretch>
              <a:fillRect/>
            </a:stretch>
          </a:blipFill>
          <a:ln>
            <a:noFill/>
          </a:ln>
        </p:spPr>
      </p:sp>
      <p:sp>
        <p:nvSpPr>
          <p:cNvPr id="705" name="Google Shape;705;p13"/>
          <p:cNvSpPr txBox="1"/>
          <p:nvPr/>
        </p:nvSpPr>
        <p:spPr>
          <a:xfrm>
            <a:off x="5922402" y="3933368"/>
            <a:ext cx="9494691" cy="2308324"/>
          </a:xfrm>
          <a:prstGeom prst="rect">
            <a:avLst/>
          </a:prstGeom>
          <a:noFill/>
          <a:ln>
            <a:noFill/>
          </a:ln>
        </p:spPr>
        <p:txBody>
          <a:bodyPr spcFirstLastPara="1" wrap="square" lIns="0" tIns="0" rIns="0" bIns="0" anchor="ctr" anchorCtr="0">
            <a:spAutoFit/>
          </a:bodyPr>
          <a:lstStyle/>
          <a:p>
            <a:pPr marL="0" marR="0" lvl="0" indent="0" algn="l" rtl="0">
              <a:lnSpc>
                <a:spcPct val="120000"/>
              </a:lnSpc>
              <a:spcBef>
                <a:spcPts val="0"/>
              </a:spcBef>
              <a:spcAft>
                <a:spcPts val="0"/>
              </a:spcAft>
              <a:buNone/>
            </a:pPr>
            <a:r>
              <a:rPr lang="en-US" sz="12500" b="0" i="0" u="none" strike="noStrike" cap="none">
                <a:solidFill>
                  <a:srgbClr val="393A3F"/>
                </a:solidFill>
                <a:latin typeface="Anton"/>
                <a:ea typeface="Anton"/>
                <a:cs typeface="Anton"/>
                <a:sym typeface="Anton"/>
              </a:rPr>
              <a:t>INTRODUCTION</a:t>
            </a:r>
            <a:endParaRPr/>
          </a:p>
        </p:txBody>
      </p:sp>
      <p:sp>
        <p:nvSpPr>
          <p:cNvPr id="706" name="Google Shape;706;p13"/>
          <p:cNvSpPr txBox="1"/>
          <p:nvPr/>
        </p:nvSpPr>
        <p:spPr>
          <a:xfrm>
            <a:off x="3947840" y="4210880"/>
            <a:ext cx="1485861" cy="1453860"/>
          </a:xfrm>
          <a:prstGeom prst="rect">
            <a:avLst/>
          </a:prstGeom>
          <a:noFill/>
          <a:ln>
            <a:noFill/>
          </a:ln>
        </p:spPr>
        <p:txBody>
          <a:bodyPr spcFirstLastPara="1" wrap="square" lIns="0" tIns="0" rIns="0" bIns="0" anchor="ctr"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916"/>
        <p:cNvGrpSpPr/>
        <p:nvPr/>
      </p:nvGrpSpPr>
      <p:grpSpPr>
        <a:xfrm>
          <a:off x="0" y="0"/>
          <a:ext cx="0" cy="0"/>
          <a:chOff x="0" y="0"/>
          <a:chExt cx="0" cy="0"/>
        </a:xfrm>
      </p:grpSpPr>
      <p:sp>
        <p:nvSpPr>
          <p:cNvPr id="10" name="TextBox 9"/>
          <p:cNvSpPr txBox="1"/>
          <p:nvPr/>
        </p:nvSpPr>
        <p:spPr>
          <a:xfrm>
            <a:off x="10342311" y="4421145"/>
            <a:ext cx="4208207" cy="523220"/>
          </a:xfrm>
          <a:prstGeom prst="rect">
            <a:avLst/>
          </a:prstGeom>
          <a:noFill/>
          <a:ln>
            <a:noFill/>
          </a:ln>
        </p:spPr>
        <p:txBody>
          <a:bodyPr wrap="square" rtlCol="0">
            <a:spAutoFit/>
          </a:bodyPr>
          <a:lstStyle/>
          <a:p>
            <a:r>
              <a:rPr lang="en-US" sz="2800">
                <a:solidFill>
                  <a:srgbClr val="393A3F"/>
                </a:solidFill>
                <a:latin typeface="Anton" panose="020B0604020202020204" charset="0"/>
              </a:rPr>
              <a:t>Traverse using Linked List</a:t>
            </a:r>
          </a:p>
        </p:txBody>
      </p:sp>
      <p:grpSp>
        <p:nvGrpSpPr>
          <p:cNvPr id="917" name="Google Shape;917;p17"/>
          <p:cNvGrpSpPr/>
          <p:nvPr/>
        </p:nvGrpSpPr>
        <p:grpSpPr>
          <a:xfrm>
            <a:off x="980574" y="2223141"/>
            <a:ext cx="2065565" cy="1437158"/>
            <a:chOff x="0" y="-47625"/>
            <a:chExt cx="544017" cy="378511"/>
          </a:xfrm>
        </p:grpSpPr>
        <p:sp>
          <p:nvSpPr>
            <p:cNvPr id="918"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20" name="Google Shape;920;p17"/>
          <p:cNvGrpSpPr/>
          <p:nvPr/>
        </p:nvGrpSpPr>
        <p:grpSpPr>
          <a:xfrm>
            <a:off x="1090149" y="2047074"/>
            <a:ext cx="2065565" cy="1437158"/>
            <a:chOff x="0" y="-47625"/>
            <a:chExt cx="544017" cy="378511"/>
          </a:xfrm>
        </p:grpSpPr>
        <p:sp>
          <p:nvSpPr>
            <p:cNvPr id="921"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23" name="Google Shape;923;p17"/>
          <p:cNvGrpSpPr/>
          <p:nvPr/>
        </p:nvGrpSpPr>
        <p:grpSpPr>
          <a:xfrm>
            <a:off x="417483" y="242356"/>
            <a:ext cx="5851053" cy="1309820"/>
            <a:chOff x="0" y="-241100"/>
            <a:chExt cx="7801404" cy="1746426"/>
          </a:xfrm>
        </p:grpSpPr>
        <p:grpSp>
          <p:nvGrpSpPr>
            <p:cNvPr id="924" name="Google Shape;924;p17"/>
            <p:cNvGrpSpPr/>
            <p:nvPr/>
          </p:nvGrpSpPr>
          <p:grpSpPr>
            <a:xfrm>
              <a:off x="0" y="-241100"/>
              <a:ext cx="2173363" cy="520366"/>
              <a:chOff x="0" y="-47625"/>
              <a:chExt cx="429306" cy="102789"/>
            </a:xfrm>
          </p:grpSpPr>
          <p:sp>
            <p:nvSpPr>
              <p:cNvPr id="925" name="Google Shape;925;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27" name="Google Shape;927;p17"/>
            <p:cNvGrpSpPr/>
            <p:nvPr/>
          </p:nvGrpSpPr>
          <p:grpSpPr>
            <a:xfrm>
              <a:off x="2571714" y="-241100"/>
              <a:ext cx="2173363" cy="520366"/>
              <a:chOff x="0" y="-47625"/>
              <a:chExt cx="429306" cy="102789"/>
            </a:xfrm>
          </p:grpSpPr>
          <p:sp>
            <p:nvSpPr>
              <p:cNvPr id="928" name="Google Shape;928;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0" name="Google Shape;930;p17"/>
            <p:cNvGrpSpPr/>
            <p:nvPr/>
          </p:nvGrpSpPr>
          <p:grpSpPr>
            <a:xfrm>
              <a:off x="1345333" y="575063"/>
              <a:ext cx="2173363" cy="520366"/>
              <a:chOff x="0" y="-47625"/>
              <a:chExt cx="429306" cy="102789"/>
            </a:xfrm>
          </p:grpSpPr>
          <p:sp>
            <p:nvSpPr>
              <p:cNvPr id="931" name="Google Shape;931;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3" name="Google Shape;933;p17"/>
            <p:cNvGrpSpPr/>
            <p:nvPr/>
          </p:nvGrpSpPr>
          <p:grpSpPr>
            <a:xfrm>
              <a:off x="3658396" y="563641"/>
              <a:ext cx="2173363" cy="520366"/>
              <a:chOff x="0" y="-47625"/>
              <a:chExt cx="429306" cy="102789"/>
            </a:xfrm>
          </p:grpSpPr>
          <p:sp>
            <p:nvSpPr>
              <p:cNvPr id="934" name="Google Shape;934;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6" name="Google Shape;936;p17"/>
            <p:cNvGrpSpPr/>
            <p:nvPr/>
          </p:nvGrpSpPr>
          <p:grpSpPr>
            <a:xfrm>
              <a:off x="5314643" y="-241100"/>
              <a:ext cx="1191036" cy="520366"/>
              <a:chOff x="0" y="-47625"/>
              <a:chExt cx="235266" cy="102789"/>
            </a:xfrm>
          </p:grpSpPr>
          <p:sp>
            <p:nvSpPr>
              <p:cNvPr id="937" name="Google Shape;937;p1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9" name="Google Shape;939;p17"/>
            <p:cNvGrpSpPr/>
            <p:nvPr/>
          </p:nvGrpSpPr>
          <p:grpSpPr>
            <a:xfrm>
              <a:off x="6610368" y="563641"/>
              <a:ext cx="1191036" cy="520366"/>
              <a:chOff x="0" y="-47625"/>
              <a:chExt cx="235266" cy="102789"/>
            </a:xfrm>
          </p:grpSpPr>
          <p:sp>
            <p:nvSpPr>
              <p:cNvPr id="940" name="Google Shape;940;p1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2" name="Google Shape;942;p17"/>
            <p:cNvGrpSpPr/>
            <p:nvPr/>
          </p:nvGrpSpPr>
          <p:grpSpPr>
            <a:xfrm>
              <a:off x="0" y="586483"/>
              <a:ext cx="1202459" cy="497523"/>
              <a:chOff x="0" y="-47625"/>
              <a:chExt cx="237523" cy="98276"/>
            </a:xfrm>
          </p:grpSpPr>
          <p:sp>
            <p:nvSpPr>
              <p:cNvPr id="943" name="Google Shape;943;p1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7"/>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5" name="Google Shape;945;p17"/>
            <p:cNvGrpSpPr/>
            <p:nvPr/>
          </p:nvGrpSpPr>
          <p:grpSpPr>
            <a:xfrm>
              <a:off x="0" y="165166"/>
              <a:ext cx="4377449" cy="520366"/>
              <a:chOff x="0" y="-47625"/>
              <a:chExt cx="864681" cy="102789"/>
            </a:xfrm>
          </p:grpSpPr>
          <p:sp>
            <p:nvSpPr>
              <p:cNvPr id="946" name="Google Shape;946;p1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8" name="Google Shape;948;p17"/>
            <p:cNvGrpSpPr/>
            <p:nvPr/>
          </p:nvGrpSpPr>
          <p:grpSpPr>
            <a:xfrm>
              <a:off x="0" y="984960"/>
              <a:ext cx="4377449" cy="520366"/>
              <a:chOff x="0" y="-47625"/>
              <a:chExt cx="864681" cy="102789"/>
            </a:xfrm>
          </p:grpSpPr>
          <p:sp>
            <p:nvSpPr>
              <p:cNvPr id="949" name="Google Shape;949;p1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951" name="Google Shape;951;p17"/>
          <p:cNvGrpSpPr/>
          <p:nvPr/>
        </p:nvGrpSpPr>
        <p:grpSpPr>
          <a:xfrm>
            <a:off x="11999777" y="8693803"/>
            <a:ext cx="5851054" cy="1309820"/>
            <a:chOff x="0" y="0"/>
            <a:chExt cx="7801405" cy="1746426"/>
          </a:xfrm>
        </p:grpSpPr>
        <p:grpSp>
          <p:nvGrpSpPr>
            <p:cNvPr id="952" name="Google Shape;952;p17"/>
            <p:cNvGrpSpPr/>
            <p:nvPr/>
          </p:nvGrpSpPr>
          <p:grpSpPr>
            <a:xfrm rot="10800000">
              <a:off x="5628042" y="1226060"/>
              <a:ext cx="2173363" cy="520366"/>
              <a:chOff x="0" y="-47625"/>
              <a:chExt cx="429306" cy="102789"/>
            </a:xfrm>
          </p:grpSpPr>
          <p:sp>
            <p:nvSpPr>
              <p:cNvPr id="953" name="Google Shape;953;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55" name="Google Shape;955;p17"/>
            <p:cNvGrpSpPr/>
            <p:nvPr/>
          </p:nvGrpSpPr>
          <p:grpSpPr>
            <a:xfrm rot="10800000">
              <a:off x="3056328" y="1226060"/>
              <a:ext cx="2173363" cy="520366"/>
              <a:chOff x="0" y="-47625"/>
              <a:chExt cx="429306" cy="102789"/>
            </a:xfrm>
          </p:grpSpPr>
          <p:sp>
            <p:nvSpPr>
              <p:cNvPr id="956" name="Google Shape;956;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58" name="Google Shape;958;p17"/>
            <p:cNvGrpSpPr/>
            <p:nvPr/>
          </p:nvGrpSpPr>
          <p:grpSpPr>
            <a:xfrm rot="10800000">
              <a:off x="4282709" y="409897"/>
              <a:ext cx="2173363" cy="520366"/>
              <a:chOff x="0" y="-47625"/>
              <a:chExt cx="429306" cy="102789"/>
            </a:xfrm>
          </p:grpSpPr>
          <p:sp>
            <p:nvSpPr>
              <p:cNvPr id="959" name="Google Shape;959;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61" name="Google Shape;961;p17"/>
            <p:cNvGrpSpPr/>
            <p:nvPr/>
          </p:nvGrpSpPr>
          <p:grpSpPr>
            <a:xfrm rot="10800000">
              <a:off x="1969647" y="421320"/>
              <a:ext cx="2173363" cy="520366"/>
              <a:chOff x="0" y="-47625"/>
              <a:chExt cx="429306" cy="102789"/>
            </a:xfrm>
          </p:grpSpPr>
          <p:sp>
            <p:nvSpPr>
              <p:cNvPr id="962" name="Google Shape;962;p1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64" name="Google Shape;964;p17"/>
            <p:cNvGrpSpPr/>
            <p:nvPr/>
          </p:nvGrpSpPr>
          <p:grpSpPr>
            <a:xfrm rot="10800000">
              <a:off x="1295725" y="1226060"/>
              <a:ext cx="1191036" cy="520366"/>
              <a:chOff x="0" y="-47625"/>
              <a:chExt cx="235266" cy="102789"/>
            </a:xfrm>
          </p:grpSpPr>
          <p:sp>
            <p:nvSpPr>
              <p:cNvPr id="965" name="Google Shape;965;p1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67" name="Google Shape;967;p17"/>
            <p:cNvGrpSpPr/>
            <p:nvPr/>
          </p:nvGrpSpPr>
          <p:grpSpPr>
            <a:xfrm rot="10800000">
              <a:off x="0" y="421320"/>
              <a:ext cx="1191036" cy="520366"/>
              <a:chOff x="0" y="-47625"/>
              <a:chExt cx="235266" cy="102789"/>
            </a:xfrm>
          </p:grpSpPr>
          <p:sp>
            <p:nvSpPr>
              <p:cNvPr id="968" name="Google Shape;968;p1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0" name="Google Shape;970;p17"/>
            <p:cNvGrpSpPr/>
            <p:nvPr/>
          </p:nvGrpSpPr>
          <p:grpSpPr>
            <a:xfrm rot="10800000">
              <a:off x="6598946" y="421320"/>
              <a:ext cx="1202459" cy="497523"/>
              <a:chOff x="0" y="-47625"/>
              <a:chExt cx="237523" cy="98276"/>
            </a:xfrm>
          </p:grpSpPr>
          <p:sp>
            <p:nvSpPr>
              <p:cNvPr id="971" name="Google Shape;971;p1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7"/>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3" name="Google Shape;973;p17"/>
            <p:cNvGrpSpPr/>
            <p:nvPr/>
          </p:nvGrpSpPr>
          <p:grpSpPr>
            <a:xfrm rot="10800000">
              <a:off x="3423955" y="819795"/>
              <a:ext cx="4377449" cy="520366"/>
              <a:chOff x="0" y="-47625"/>
              <a:chExt cx="864681" cy="102789"/>
            </a:xfrm>
          </p:grpSpPr>
          <p:sp>
            <p:nvSpPr>
              <p:cNvPr id="974" name="Google Shape;974;p1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6" name="Google Shape;976;p17"/>
            <p:cNvGrpSpPr/>
            <p:nvPr/>
          </p:nvGrpSpPr>
          <p:grpSpPr>
            <a:xfrm rot="10800000">
              <a:off x="3423955" y="0"/>
              <a:ext cx="4377449" cy="520366"/>
              <a:chOff x="0" y="-47625"/>
              <a:chExt cx="864681" cy="102789"/>
            </a:xfrm>
          </p:grpSpPr>
          <p:sp>
            <p:nvSpPr>
              <p:cNvPr id="977" name="Google Shape;977;p1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979" name="Google Shape;979;p17"/>
          <p:cNvGrpSpPr/>
          <p:nvPr/>
        </p:nvGrpSpPr>
        <p:grpSpPr>
          <a:xfrm rot="2821008">
            <a:off x="16959926" y="165868"/>
            <a:ext cx="1057412" cy="1194325"/>
            <a:chOff x="-95788" y="-89271"/>
            <a:chExt cx="1409883" cy="1592433"/>
          </a:xfrm>
        </p:grpSpPr>
        <p:grpSp>
          <p:nvGrpSpPr>
            <p:cNvPr id="980" name="Google Shape;980;p17"/>
            <p:cNvGrpSpPr/>
            <p:nvPr/>
          </p:nvGrpSpPr>
          <p:grpSpPr>
            <a:xfrm rot="-2821008">
              <a:off x="134749" y="283003"/>
              <a:ext cx="943438" cy="1040647"/>
              <a:chOff x="0" y="-47625"/>
              <a:chExt cx="343153" cy="378511"/>
            </a:xfrm>
          </p:grpSpPr>
          <p:sp>
            <p:nvSpPr>
              <p:cNvPr id="981" name="Google Shape;981;p1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7"/>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3" name="Google Shape;983;p17"/>
            <p:cNvGrpSpPr/>
            <p:nvPr/>
          </p:nvGrpSpPr>
          <p:grpSpPr>
            <a:xfrm rot="-2821008">
              <a:off x="140122" y="90242"/>
              <a:ext cx="943438" cy="1040647"/>
              <a:chOff x="0" y="-47625"/>
              <a:chExt cx="343153" cy="378511"/>
            </a:xfrm>
          </p:grpSpPr>
          <p:sp>
            <p:nvSpPr>
              <p:cNvPr id="984" name="Google Shape;984;p1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7"/>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6" name="Google Shape;986;p17"/>
            <p:cNvGrpSpPr/>
            <p:nvPr/>
          </p:nvGrpSpPr>
          <p:grpSpPr>
            <a:xfrm>
              <a:off x="625032" y="253446"/>
              <a:ext cx="69946" cy="699445"/>
              <a:chOff x="0" y="-47625"/>
              <a:chExt cx="31856" cy="318558"/>
            </a:xfrm>
          </p:grpSpPr>
          <p:sp>
            <p:nvSpPr>
              <p:cNvPr id="987" name="Google Shape;987;p17"/>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7"/>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9" name="Google Shape;989;p17"/>
            <p:cNvGrpSpPr/>
            <p:nvPr/>
          </p:nvGrpSpPr>
          <p:grpSpPr>
            <a:xfrm rot="5400000">
              <a:off x="676029" y="305730"/>
              <a:ext cx="72519" cy="699445"/>
              <a:chOff x="0" y="-47625"/>
              <a:chExt cx="33028" cy="318558"/>
            </a:xfrm>
          </p:grpSpPr>
          <p:sp>
            <p:nvSpPr>
              <p:cNvPr id="990" name="Google Shape;990;p17"/>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7"/>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992" name="Google Shape;992;p17"/>
          <p:cNvSpPr/>
          <p:nvPr/>
        </p:nvSpPr>
        <p:spPr>
          <a:xfrm>
            <a:off x="13291784" y="885446"/>
            <a:ext cx="836443" cy="1333460"/>
          </a:xfrm>
          <a:custGeom>
            <a:avLst/>
            <a:gdLst/>
            <a:ahLst/>
            <a:cxnLst/>
            <a:rect l="l" t="t" r="r" b="b"/>
            <a:pathLst>
              <a:path w="836443" h="1333460" extrusionOk="0">
                <a:moveTo>
                  <a:pt x="0" y="0"/>
                </a:moveTo>
                <a:lnTo>
                  <a:pt x="836444" y="0"/>
                </a:lnTo>
                <a:lnTo>
                  <a:pt x="836444" y="1333460"/>
                </a:lnTo>
                <a:lnTo>
                  <a:pt x="0" y="1333460"/>
                </a:lnTo>
                <a:lnTo>
                  <a:pt x="0" y="0"/>
                </a:lnTo>
                <a:close/>
              </a:path>
            </a:pathLst>
          </a:custGeom>
          <a:blipFill rotWithShape="1">
            <a:blip r:embed="rId3">
              <a:alphaModFix/>
            </a:blip>
            <a:stretch>
              <a:fillRect/>
            </a:stretch>
          </a:blipFill>
          <a:ln>
            <a:noFill/>
          </a:ln>
        </p:spPr>
      </p:sp>
      <p:sp>
        <p:nvSpPr>
          <p:cNvPr id="993"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0" i="0" u="none" strike="noStrike" cap="none">
                <a:solidFill>
                  <a:srgbClr val="393A3F"/>
                </a:solidFill>
                <a:latin typeface="Anton"/>
                <a:ea typeface="Anton"/>
                <a:cs typeface="Anton"/>
                <a:sym typeface="Anton"/>
              </a:rPr>
              <a:t>Patient Information</a:t>
            </a:r>
            <a:endParaRPr sz="8000"/>
          </a:p>
        </p:txBody>
      </p:sp>
      <p:sp>
        <p:nvSpPr>
          <p:cNvPr id="994" name="Google Shape;994;p17"/>
          <p:cNvSpPr txBox="1"/>
          <p:nvPr/>
        </p:nvSpPr>
        <p:spPr>
          <a:xfrm>
            <a:off x="1669853" y="2280269"/>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
        <p:nvSpPr>
          <p:cNvPr id="2" name="Left Brace 1"/>
          <p:cNvSpPr/>
          <p:nvPr/>
        </p:nvSpPr>
        <p:spPr>
          <a:xfrm>
            <a:off x="1090149" y="5048264"/>
            <a:ext cx="374580" cy="653108"/>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Left Brace 83"/>
          <p:cNvSpPr/>
          <p:nvPr/>
        </p:nvSpPr>
        <p:spPr>
          <a:xfrm rot="10800000">
            <a:off x="5246607" y="5049961"/>
            <a:ext cx="401696" cy="651411"/>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p:cNvSpPr txBox="1"/>
          <p:nvPr/>
        </p:nvSpPr>
        <p:spPr>
          <a:xfrm>
            <a:off x="1500292" y="5082430"/>
            <a:ext cx="3911600" cy="584775"/>
          </a:xfrm>
          <a:prstGeom prst="rect">
            <a:avLst/>
          </a:prstGeom>
          <a:noFill/>
        </p:spPr>
        <p:txBody>
          <a:bodyPr wrap="square" rtlCol="0">
            <a:spAutoFit/>
          </a:bodyPr>
          <a:lstStyle/>
          <a:p>
            <a:r>
              <a:rPr lang="en-US" sz="3200" spc="150" err="1">
                <a:solidFill>
                  <a:srgbClr val="393A3F"/>
                </a:solidFill>
                <a:latin typeface="Anton" panose="020B0604020202020204" charset="0"/>
              </a:rPr>
              <a:t>Patientinfo</a:t>
            </a:r>
            <a:r>
              <a:rPr lang="en-US" sz="3200" spc="150">
                <a:solidFill>
                  <a:srgbClr val="393A3F"/>
                </a:solidFill>
                <a:latin typeface="Anton" panose="020B0604020202020204" charset="0"/>
              </a:rPr>
              <a:t> Function</a:t>
            </a:r>
          </a:p>
        </p:txBody>
      </p:sp>
      <p:sp>
        <p:nvSpPr>
          <p:cNvPr id="6" name="Left-Up Arrow 5"/>
          <p:cNvSpPr/>
          <p:nvPr/>
        </p:nvSpPr>
        <p:spPr>
          <a:xfrm rot="5400000">
            <a:off x="3503436" y="5143533"/>
            <a:ext cx="1968500" cy="3561699"/>
          </a:xfrm>
          <a:prstGeom prst="leftUpArrow">
            <a:avLst/>
          </a:prstGeom>
          <a:solidFill>
            <a:srgbClr val="F683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ardrop 6"/>
          <p:cNvSpPr/>
          <p:nvPr/>
        </p:nvSpPr>
        <p:spPr>
          <a:xfrm>
            <a:off x="7061199" y="6676732"/>
            <a:ext cx="1554267" cy="1554267"/>
          </a:xfrm>
          <a:prstGeom prst="teardrop">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ardrop 89"/>
          <p:cNvSpPr/>
          <p:nvPr/>
        </p:nvSpPr>
        <p:spPr>
          <a:xfrm>
            <a:off x="9140975" y="6676731"/>
            <a:ext cx="1554267" cy="1554267"/>
          </a:xfrm>
          <a:prstGeom prst="teardrop">
            <a:avLst/>
          </a:prstGeom>
          <a:solidFill>
            <a:srgbClr val="FF4F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ardrop 90"/>
          <p:cNvSpPr/>
          <p:nvPr/>
        </p:nvSpPr>
        <p:spPr>
          <a:xfrm>
            <a:off x="11220752" y="6676732"/>
            <a:ext cx="1554267" cy="1554267"/>
          </a:xfrm>
          <a:prstGeom prst="teardrop">
            <a:avLst/>
          </a:prstGeom>
          <a:solidFill>
            <a:srgbClr val="F683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ardrop 91"/>
          <p:cNvSpPr/>
          <p:nvPr/>
        </p:nvSpPr>
        <p:spPr>
          <a:xfrm>
            <a:off x="13514888" y="6676732"/>
            <a:ext cx="1554267" cy="1554267"/>
          </a:xfrm>
          <a:prstGeom prst="teardrop">
            <a:avLst/>
          </a:prstGeom>
          <a:solidFill>
            <a:srgbClr val="5EC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ardrop 92"/>
          <p:cNvSpPr/>
          <p:nvPr/>
        </p:nvSpPr>
        <p:spPr>
          <a:xfrm>
            <a:off x="15807541" y="6676732"/>
            <a:ext cx="1554267" cy="1554267"/>
          </a:xfrm>
          <a:prstGeom prst="teardrop">
            <a:avLst/>
          </a:prstGeom>
          <a:solidFill>
            <a:srgbClr val="F3D0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rved Down Arrow 7"/>
          <p:cNvSpPr/>
          <p:nvPr/>
        </p:nvSpPr>
        <p:spPr>
          <a:xfrm>
            <a:off x="8359032" y="5374817"/>
            <a:ext cx="1569797" cy="1074209"/>
          </a:xfrm>
          <a:prstGeom prst="curvedDownArrow">
            <a:avLst/>
          </a:prstGeom>
          <a:solidFill>
            <a:schemeClr val="accent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Curved Down Arrow 94"/>
          <p:cNvSpPr/>
          <p:nvPr/>
        </p:nvSpPr>
        <p:spPr>
          <a:xfrm>
            <a:off x="12473392" y="5354480"/>
            <a:ext cx="1569797" cy="1074209"/>
          </a:xfrm>
          <a:prstGeom prst="curvedDownArrow">
            <a:avLst/>
          </a:prstGeom>
          <a:solidFill>
            <a:srgbClr val="F683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Curved Down Arrow 95"/>
          <p:cNvSpPr/>
          <p:nvPr/>
        </p:nvSpPr>
        <p:spPr>
          <a:xfrm>
            <a:off x="10416212" y="5403027"/>
            <a:ext cx="1569797" cy="1074209"/>
          </a:xfrm>
          <a:prstGeom prst="curvedDownArrow">
            <a:avLst/>
          </a:prstGeom>
          <a:solidFill>
            <a:srgbClr val="FF4F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Curved Down Arrow 96"/>
          <p:cNvSpPr/>
          <p:nvPr/>
        </p:nvSpPr>
        <p:spPr>
          <a:xfrm>
            <a:off x="14777109" y="5389244"/>
            <a:ext cx="1569797" cy="1074209"/>
          </a:xfrm>
          <a:prstGeom prst="curvedDownArrow">
            <a:avLst/>
          </a:prstGeom>
          <a:solidFill>
            <a:srgbClr val="5EC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8" name="TextBox 97"/>
          <p:cNvSpPr txBox="1"/>
          <p:nvPr/>
        </p:nvSpPr>
        <p:spPr>
          <a:xfrm>
            <a:off x="7318171" y="7161476"/>
            <a:ext cx="1092610" cy="584775"/>
          </a:xfrm>
          <a:prstGeom prst="rect">
            <a:avLst/>
          </a:prstGeom>
          <a:noFill/>
        </p:spPr>
        <p:txBody>
          <a:bodyPr wrap="square" rtlCol="0">
            <a:spAutoFit/>
          </a:bodyPr>
          <a:lstStyle/>
          <a:p>
            <a:r>
              <a:rPr lang="en-US" sz="3200" spc="150">
                <a:solidFill>
                  <a:schemeClr val="bg1"/>
                </a:solidFill>
                <a:latin typeface="Anton" panose="020B0604020202020204" charset="0"/>
              </a:rPr>
              <a:t>Node</a:t>
            </a:r>
          </a:p>
        </p:txBody>
      </p:sp>
      <p:sp>
        <p:nvSpPr>
          <p:cNvPr id="99" name="TextBox 98"/>
          <p:cNvSpPr txBox="1"/>
          <p:nvPr/>
        </p:nvSpPr>
        <p:spPr>
          <a:xfrm>
            <a:off x="9388273" y="7161475"/>
            <a:ext cx="1092610" cy="584775"/>
          </a:xfrm>
          <a:prstGeom prst="rect">
            <a:avLst/>
          </a:prstGeom>
          <a:noFill/>
        </p:spPr>
        <p:txBody>
          <a:bodyPr wrap="square" rtlCol="0">
            <a:spAutoFit/>
          </a:bodyPr>
          <a:lstStyle/>
          <a:p>
            <a:r>
              <a:rPr lang="en-US" sz="3200" spc="150">
                <a:solidFill>
                  <a:schemeClr val="bg1"/>
                </a:solidFill>
                <a:latin typeface="Anton" panose="020B0604020202020204" charset="0"/>
              </a:rPr>
              <a:t>Node</a:t>
            </a:r>
          </a:p>
        </p:txBody>
      </p:sp>
      <p:sp>
        <p:nvSpPr>
          <p:cNvPr id="101" name="TextBox 100"/>
          <p:cNvSpPr txBox="1"/>
          <p:nvPr/>
        </p:nvSpPr>
        <p:spPr>
          <a:xfrm>
            <a:off x="11505297" y="7161475"/>
            <a:ext cx="1092610" cy="584775"/>
          </a:xfrm>
          <a:prstGeom prst="rect">
            <a:avLst/>
          </a:prstGeom>
          <a:noFill/>
        </p:spPr>
        <p:txBody>
          <a:bodyPr wrap="square" rtlCol="0">
            <a:spAutoFit/>
          </a:bodyPr>
          <a:lstStyle/>
          <a:p>
            <a:r>
              <a:rPr lang="en-US" sz="3200" spc="150">
                <a:solidFill>
                  <a:schemeClr val="bg1"/>
                </a:solidFill>
                <a:latin typeface="Anton" panose="020B0604020202020204" charset="0"/>
              </a:rPr>
              <a:t>Node</a:t>
            </a:r>
          </a:p>
        </p:txBody>
      </p:sp>
      <p:sp>
        <p:nvSpPr>
          <p:cNvPr id="102" name="TextBox 101"/>
          <p:cNvSpPr txBox="1"/>
          <p:nvPr/>
        </p:nvSpPr>
        <p:spPr>
          <a:xfrm>
            <a:off x="13758014" y="7161475"/>
            <a:ext cx="1092610" cy="584775"/>
          </a:xfrm>
          <a:prstGeom prst="rect">
            <a:avLst/>
          </a:prstGeom>
          <a:noFill/>
        </p:spPr>
        <p:txBody>
          <a:bodyPr wrap="square" rtlCol="0">
            <a:spAutoFit/>
          </a:bodyPr>
          <a:lstStyle/>
          <a:p>
            <a:r>
              <a:rPr lang="en-US" sz="3200" spc="150">
                <a:solidFill>
                  <a:schemeClr val="bg1"/>
                </a:solidFill>
                <a:latin typeface="Anton" panose="020B0604020202020204" charset="0"/>
              </a:rPr>
              <a:t>Node</a:t>
            </a:r>
          </a:p>
        </p:txBody>
      </p:sp>
      <p:sp>
        <p:nvSpPr>
          <p:cNvPr id="103" name="TextBox 102"/>
          <p:cNvSpPr txBox="1"/>
          <p:nvPr/>
        </p:nvSpPr>
        <p:spPr>
          <a:xfrm>
            <a:off x="16038369" y="7161475"/>
            <a:ext cx="1092610" cy="584775"/>
          </a:xfrm>
          <a:prstGeom prst="rect">
            <a:avLst/>
          </a:prstGeom>
          <a:noFill/>
        </p:spPr>
        <p:txBody>
          <a:bodyPr wrap="square" rtlCol="0">
            <a:spAutoFit/>
          </a:bodyPr>
          <a:lstStyle/>
          <a:p>
            <a:r>
              <a:rPr lang="en-US" sz="3200" spc="150">
                <a:solidFill>
                  <a:schemeClr val="bg1"/>
                </a:solidFill>
                <a:latin typeface="Anton" panose="020B0604020202020204" charset="0"/>
              </a:rPr>
              <a:t>Node</a:t>
            </a:r>
          </a:p>
        </p:txBody>
      </p:sp>
      <p:sp>
        <p:nvSpPr>
          <p:cNvPr id="9" name="Bent Arrow 8"/>
          <p:cNvSpPr/>
          <p:nvPr/>
        </p:nvSpPr>
        <p:spPr>
          <a:xfrm>
            <a:off x="8915399" y="4497421"/>
            <a:ext cx="1357997" cy="635024"/>
          </a:xfrm>
          <a:prstGeom prst="bentArrow">
            <a:avLst>
              <a:gd name="adj1" fmla="val 25000"/>
              <a:gd name="adj2" fmla="val 27318"/>
              <a:gd name="adj3" fmla="val 27318"/>
              <a:gd name="adj4" fmla="val 43750"/>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1000"/>
        <p:cNvGrpSpPr/>
        <p:nvPr/>
      </p:nvGrpSpPr>
      <p:grpSpPr>
        <a:xfrm>
          <a:off x="0" y="0"/>
          <a:ext cx="0" cy="0"/>
          <a:chOff x="0" y="0"/>
          <a:chExt cx="0" cy="0"/>
        </a:xfrm>
      </p:grpSpPr>
      <p:sp>
        <p:nvSpPr>
          <p:cNvPr id="10" name="Rounded Rectangle 9"/>
          <p:cNvSpPr/>
          <p:nvPr/>
        </p:nvSpPr>
        <p:spPr>
          <a:xfrm>
            <a:off x="875659" y="6028902"/>
            <a:ext cx="6162577" cy="2565946"/>
          </a:xfrm>
          <a:prstGeom prst="roundRect">
            <a:avLst>
              <a:gd name="adj" fmla="val 7021"/>
            </a:avLst>
          </a:prstGeom>
          <a:noFill/>
          <a:ln w="57150">
            <a:solidFill>
              <a:srgbClr val="ED78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02" name="Google Shape;1002;p18"/>
          <p:cNvGrpSpPr/>
          <p:nvPr/>
        </p:nvGrpSpPr>
        <p:grpSpPr>
          <a:xfrm rot="2821008">
            <a:off x="16959926" y="165868"/>
            <a:ext cx="1057412" cy="1194325"/>
            <a:chOff x="-95788" y="-89271"/>
            <a:chExt cx="1409883" cy="1592433"/>
          </a:xfrm>
        </p:grpSpPr>
        <p:grpSp>
          <p:nvGrpSpPr>
            <p:cNvPr id="1003" name="Google Shape;1003;p18"/>
            <p:cNvGrpSpPr/>
            <p:nvPr/>
          </p:nvGrpSpPr>
          <p:grpSpPr>
            <a:xfrm rot="-2821008">
              <a:off x="134749" y="283003"/>
              <a:ext cx="943438" cy="1040647"/>
              <a:chOff x="0" y="-47625"/>
              <a:chExt cx="343153" cy="378511"/>
            </a:xfrm>
          </p:grpSpPr>
          <p:sp>
            <p:nvSpPr>
              <p:cNvPr id="1004" name="Google Shape;1004;p18"/>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8"/>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6" name="Google Shape;1006;p18"/>
            <p:cNvGrpSpPr/>
            <p:nvPr/>
          </p:nvGrpSpPr>
          <p:grpSpPr>
            <a:xfrm rot="-2821008">
              <a:off x="140122" y="90242"/>
              <a:ext cx="943438" cy="1040647"/>
              <a:chOff x="0" y="-47625"/>
              <a:chExt cx="343153" cy="378511"/>
            </a:xfrm>
          </p:grpSpPr>
          <p:sp>
            <p:nvSpPr>
              <p:cNvPr id="1007" name="Google Shape;1007;p18"/>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8"/>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9" name="Google Shape;1009;p18"/>
            <p:cNvGrpSpPr/>
            <p:nvPr/>
          </p:nvGrpSpPr>
          <p:grpSpPr>
            <a:xfrm>
              <a:off x="625032" y="253446"/>
              <a:ext cx="69946" cy="699445"/>
              <a:chOff x="0" y="-47625"/>
              <a:chExt cx="31856" cy="318558"/>
            </a:xfrm>
          </p:grpSpPr>
          <p:sp>
            <p:nvSpPr>
              <p:cNvPr id="1010" name="Google Shape;1010;p18"/>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8"/>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12" name="Google Shape;1012;p18"/>
            <p:cNvGrpSpPr/>
            <p:nvPr/>
          </p:nvGrpSpPr>
          <p:grpSpPr>
            <a:xfrm rot="5400000">
              <a:off x="676029" y="305730"/>
              <a:ext cx="72519" cy="699445"/>
              <a:chOff x="0" y="-47625"/>
              <a:chExt cx="33028" cy="318558"/>
            </a:xfrm>
          </p:grpSpPr>
          <p:sp>
            <p:nvSpPr>
              <p:cNvPr id="1013" name="Google Shape;1013;p18"/>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8"/>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037" name="Google Shape;1037;p18"/>
          <p:cNvGrpSpPr/>
          <p:nvPr/>
        </p:nvGrpSpPr>
        <p:grpSpPr>
          <a:xfrm>
            <a:off x="11836774" y="8554041"/>
            <a:ext cx="5851054" cy="1309820"/>
            <a:chOff x="0" y="0"/>
            <a:chExt cx="7801405" cy="1746426"/>
          </a:xfrm>
        </p:grpSpPr>
        <p:grpSp>
          <p:nvGrpSpPr>
            <p:cNvPr id="1038" name="Google Shape;1038;p18"/>
            <p:cNvGrpSpPr/>
            <p:nvPr/>
          </p:nvGrpSpPr>
          <p:grpSpPr>
            <a:xfrm rot="10800000">
              <a:off x="5628042" y="1226060"/>
              <a:ext cx="2173363" cy="520366"/>
              <a:chOff x="0" y="-47625"/>
              <a:chExt cx="429306" cy="102789"/>
            </a:xfrm>
          </p:grpSpPr>
          <p:sp>
            <p:nvSpPr>
              <p:cNvPr id="1039" name="Google Shape;1039;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1" name="Google Shape;1041;p18"/>
            <p:cNvGrpSpPr/>
            <p:nvPr/>
          </p:nvGrpSpPr>
          <p:grpSpPr>
            <a:xfrm rot="10800000">
              <a:off x="3056328" y="1226060"/>
              <a:ext cx="2173363" cy="520366"/>
              <a:chOff x="0" y="-47625"/>
              <a:chExt cx="429306" cy="102789"/>
            </a:xfrm>
          </p:grpSpPr>
          <p:sp>
            <p:nvSpPr>
              <p:cNvPr id="1042" name="Google Shape;1042;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4" name="Google Shape;1044;p18"/>
            <p:cNvGrpSpPr/>
            <p:nvPr/>
          </p:nvGrpSpPr>
          <p:grpSpPr>
            <a:xfrm rot="10800000">
              <a:off x="4282709" y="409897"/>
              <a:ext cx="2173363" cy="520366"/>
              <a:chOff x="0" y="-47625"/>
              <a:chExt cx="429306" cy="102789"/>
            </a:xfrm>
          </p:grpSpPr>
          <p:sp>
            <p:nvSpPr>
              <p:cNvPr id="1045" name="Google Shape;1045;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7" name="Google Shape;1047;p18"/>
            <p:cNvGrpSpPr/>
            <p:nvPr/>
          </p:nvGrpSpPr>
          <p:grpSpPr>
            <a:xfrm rot="10800000">
              <a:off x="1969647" y="421320"/>
              <a:ext cx="2173363" cy="520366"/>
              <a:chOff x="0" y="-47625"/>
              <a:chExt cx="429306" cy="102789"/>
            </a:xfrm>
          </p:grpSpPr>
          <p:sp>
            <p:nvSpPr>
              <p:cNvPr id="1048" name="Google Shape;1048;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0" name="Google Shape;1050;p18"/>
            <p:cNvGrpSpPr/>
            <p:nvPr/>
          </p:nvGrpSpPr>
          <p:grpSpPr>
            <a:xfrm rot="10800000">
              <a:off x="1295725" y="1226060"/>
              <a:ext cx="1191036" cy="520366"/>
              <a:chOff x="0" y="-47625"/>
              <a:chExt cx="235266" cy="102789"/>
            </a:xfrm>
          </p:grpSpPr>
          <p:sp>
            <p:nvSpPr>
              <p:cNvPr id="1051" name="Google Shape;1051;p18"/>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8"/>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3" name="Google Shape;1053;p18"/>
            <p:cNvGrpSpPr/>
            <p:nvPr/>
          </p:nvGrpSpPr>
          <p:grpSpPr>
            <a:xfrm rot="10800000">
              <a:off x="0" y="421320"/>
              <a:ext cx="1191036" cy="520366"/>
              <a:chOff x="0" y="-47625"/>
              <a:chExt cx="235266" cy="102789"/>
            </a:xfrm>
          </p:grpSpPr>
          <p:sp>
            <p:nvSpPr>
              <p:cNvPr id="1054" name="Google Shape;1054;p18"/>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8"/>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6" name="Google Shape;1056;p18"/>
            <p:cNvGrpSpPr/>
            <p:nvPr/>
          </p:nvGrpSpPr>
          <p:grpSpPr>
            <a:xfrm rot="10800000">
              <a:off x="6598946" y="421320"/>
              <a:ext cx="1202459" cy="497523"/>
              <a:chOff x="0" y="-47625"/>
              <a:chExt cx="237523" cy="98276"/>
            </a:xfrm>
          </p:grpSpPr>
          <p:sp>
            <p:nvSpPr>
              <p:cNvPr id="1057" name="Google Shape;1057;p18"/>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8"/>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9" name="Google Shape;1059;p18"/>
            <p:cNvGrpSpPr/>
            <p:nvPr/>
          </p:nvGrpSpPr>
          <p:grpSpPr>
            <a:xfrm rot="10800000">
              <a:off x="3423955" y="819795"/>
              <a:ext cx="4377449" cy="520366"/>
              <a:chOff x="0" y="-47625"/>
              <a:chExt cx="864681" cy="102789"/>
            </a:xfrm>
          </p:grpSpPr>
          <p:sp>
            <p:nvSpPr>
              <p:cNvPr id="1060" name="Google Shape;1060;p18"/>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8"/>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2" name="Google Shape;1062;p18"/>
            <p:cNvGrpSpPr/>
            <p:nvPr/>
          </p:nvGrpSpPr>
          <p:grpSpPr>
            <a:xfrm rot="10800000">
              <a:off x="3423955" y="0"/>
              <a:ext cx="4377449" cy="520366"/>
              <a:chOff x="0" y="-47625"/>
              <a:chExt cx="864681" cy="102789"/>
            </a:xfrm>
          </p:grpSpPr>
          <p:sp>
            <p:nvSpPr>
              <p:cNvPr id="1063" name="Google Shape;1063;p18"/>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8"/>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065" name="Google Shape;1065;p18"/>
          <p:cNvGrpSpPr/>
          <p:nvPr/>
        </p:nvGrpSpPr>
        <p:grpSpPr>
          <a:xfrm rot="10800000">
            <a:off x="569180" y="425884"/>
            <a:ext cx="5851054" cy="1309820"/>
            <a:chOff x="0" y="0"/>
            <a:chExt cx="7801405" cy="1746426"/>
          </a:xfrm>
        </p:grpSpPr>
        <p:grpSp>
          <p:nvGrpSpPr>
            <p:cNvPr id="1066" name="Google Shape;1066;p18"/>
            <p:cNvGrpSpPr/>
            <p:nvPr/>
          </p:nvGrpSpPr>
          <p:grpSpPr>
            <a:xfrm rot="10800000">
              <a:off x="5628042" y="1226060"/>
              <a:ext cx="2173363" cy="520366"/>
              <a:chOff x="0" y="-47625"/>
              <a:chExt cx="429306" cy="102789"/>
            </a:xfrm>
          </p:grpSpPr>
          <p:sp>
            <p:nvSpPr>
              <p:cNvPr id="1067" name="Google Shape;1067;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9" name="Google Shape;1069;p18"/>
            <p:cNvGrpSpPr/>
            <p:nvPr/>
          </p:nvGrpSpPr>
          <p:grpSpPr>
            <a:xfrm rot="10800000">
              <a:off x="3056328" y="1226060"/>
              <a:ext cx="2173363" cy="520366"/>
              <a:chOff x="0" y="-47625"/>
              <a:chExt cx="429306" cy="102789"/>
            </a:xfrm>
          </p:grpSpPr>
          <p:sp>
            <p:nvSpPr>
              <p:cNvPr id="1070" name="Google Shape;1070;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2" name="Google Shape;1072;p18"/>
            <p:cNvGrpSpPr/>
            <p:nvPr/>
          </p:nvGrpSpPr>
          <p:grpSpPr>
            <a:xfrm rot="10800000">
              <a:off x="4282709" y="409897"/>
              <a:ext cx="2173363" cy="520366"/>
              <a:chOff x="0" y="-47625"/>
              <a:chExt cx="429306" cy="102789"/>
            </a:xfrm>
          </p:grpSpPr>
          <p:sp>
            <p:nvSpPr>
              <p:cNvPr id="1073" name="Google Shape;1073;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5" name="Google Shape;1075;p18"/>
            <p:cNvGrpSpPr/>
            <p:nvPr/>
          </p:nvGrpSpPr>
          <p:grpSpPr>
            <a:xfrm rot="10800000">
              <a:off x="1969647" y="421320"/>
              <a:ext cx="2173363" cy="520366"/>
              <a:chOff x="0" y="-47625"/>
              <a:chExt cx="429306" cy="102789"/>
            </a:xfrm>
          </p:grpSpPr>
          <p:sp>
            <p:nvSpPr>
              <p:cNvPr id="1076" name="Google Shape;1076;p18"/>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8"/>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8" name="Google Shape;1078;p18"/>
            <p:cNvGrpSpPr/>
            <p:nvPr/>
          </p:nvGrpSpPr>
          <p:grpSpPr>
            <a:xfrm rot="10800000">
              <a:off x="1295725" y="1226060"/>
              <a:ext cx="1191036" cy="520366"/>
              <a:chOff x="0" y="-47625"/>
              <a:chExt cx="235266" cy="102789"/>
            </a:xfrm>
          </p:grpSpPr>
          <p:sp>
            <p:nvSpPr>
              <p:cNvPr id="1079" name="Google Shape;1079;p18"/>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8"/>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81" name="Google Shape;1081;p18"/>
            <p:cNvGrpSpPr/>
            <p:nvPr/>
          </p:nvGrpSpPr>
          <p:grpSpPr>
            <a:xfrm rot="10800000">
              <a:off x="0" y="421320"/>
              <a:ext cx="1191036" cy="520366"/>
              <a:chOff x="0" y="-47625"/>
              <a:chExt cx="235266" cy="102789"/>
            </a:xfrm>
          </p:grpSpPr>
          <p:sp>
            <p:nvSpPr>
              <p:cNvPr id="1082" name="Google Shape;1082;p18"/>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8"/>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84" name="Google Shape;1084;p18"/>
            <p:cNvGrpSpPr/>
            <p:nvPr/>
          </p:nvGrpSpPr>
          <p:grpSpPr>
            <a:xfrm rot="10800000">
              <a:off x="6598946" y="421320"/>
              <a:ext cx="1202459" cy="497523"/>
              <a:chOff x="0" y="-47625"/>
              <a:chExt cx="237523" cy="98276"/>
            </a:xfrm>
          </p:grpSpPr>
          <p:sp>
            <p:nvSpPr>
              <p:cNvPr id="1085" name="Google Shape;1085;p18"/>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8"/>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87" name="Google Shape;1087;p18"/>
            <p:cNvGrpSpPr/>
            <p:nvPr/>
          </p:nvGrpSpPr>
          <p:grpSpPr>
            <a:xfrm rot="10800000">
              <a:off x="3423955" y="819795"/>
              <a:ext cx="4377449" cy="520366"/>
              <a:chOff x="0" y="-47625"/>
              <a:chExt cx="864681" cy="102789"/>
            </a:xfrm>
          </p:grpSpPr>
          <p:sp>
            <p:nvSpPr>
              <p:cNvPr id="1088" name="Google Shape;1088;p18"/>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8"/>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90" name="Google Shape;1090;p18"/>
            <p:cNvGrpSpPr/>
            <p:nvPr/>
          </p:nvGrpSpPr>
          <p:grpSpPr>
            <a:xfrm rot="10800000">
              <a:off x="3423955" y="0"/>
              <a:ext cx="4377449" cy="520366"/>
              <a:chOff x="0" y="-47625"/>
              <a:chExt cx="864681" cy="102789"/>
            </a:xfrm>
          </p:grpSpPr>
          <p:sp>
            <p:nvSpPr>
              <p:cNvPr id="1091" name="Google Shape;1091;p18"/>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8"/>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94" name="Google Shape;917;p17"/>
          <p:cNvGrpSpPr/>
          <p:nvPr/>
        </p:nvGrpSpPr>
        <p:grpSpPr>
          <a:xfrm>
            <a:off x="980574" y="2223141"/>
            <a:ext cx="2065565" cy="1437158"/>
            <a:chOff x="0" y="-47625"/>
            <a:chExt cx="544017" cy="378511"/>
          </a:xfrm>
        </p:grpSpPr>
        <p:sp>
          <p:nvSpPr>
            <p:cNvPr id="95"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 name="Google Shape;920;p17"/>
          <p:cNvGrpSpPr/>
          <p:nvPr/>
        </p:nvGrpSpPr>
        <p:grpSpPr>
          <a:xfrm>
            <a:off x="1090149" y="2047074"/>
            <a:ext cx="2065565" cy="1437158"/>
            <a:chOff x="0" y="-47625"/>
            <a:chExt cx="544017" cy="378511"/>
          </a:xfrm>
        </p:grpSpPr>
        <p:sp>
          <p:nvSpPr>
            <p:cNvPr id="98"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0"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0" i="0" u="none" strike="noStrike" cap="none">
                <a:solidFill>
                  <a:srgbClr val="393A3F"/>
                </a:solidFill>
                <a:latin typeface="Anton"/>
                <a:ea typeface="Anton"/>
                <a:cs typeface="Anton"/>
                <a:sym typeface="Anton"/>
              </a:rPr>
              <a:t>Patient Information</a:t>
            </a:r>
            <a:endParaRPr sz="8000"/>
          </a:p>
        </p:txBody>
      </p:sp>
      <p:sp>
        <p:nvSpPr>
          <p:cNvPr id="101" name="Google Shape;994;p17"/>
          <p:cNvSpPr txBox="1"/>
          <p:nvPr/>
        </p:nvSpPr>
        <p:spPr>
          <a:xfrm>
            <a:off x="1669853" y="2280269"/>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
        <p:nvSpPr>
          <p:cNvPr id="102" name="Left Brace 101"/>
          <p:cNvSpPr/>
          <p:nvPr/>
        </p:nvSpPr>
        <p:spPr>
          <a:xfrm>
            <a:off x="1090149" y="4502164"/>
            <a:ext cx="374580" cy="653108"/>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Left Brace 102"/>
          <p:cNvSpPr/>
          <p:nvPr/>
        </p:nvSpPr>
        <p:spPr>
          <a:xfrm rot="10800000">
            <a:off x="5983207" y="4503861"/>
            <a:ext cx="401696" cy="651411"/>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4" name="TextBox 103"/>
          <p:cNvSpPr txBox="1"/>
          <p:nvPr/>
        </p:nvSpPr>
        <p:spPr>
          <a:xfrm>
            <a:off x="1464729" y="4542084"/>
            <a:ext cx="4697308" cy="584775"/>
          </a:xfrm>
          <a:prstGeom prst="rect">
            <a:avLst/>
          </a:prstGeom>
          <a:noFill/>
        </p:spPr>
        <p:txBody>
          <a:bodyPr wrap="square" rtlCol="0">
            <a:spAutoFit/>
          </a:bodyPr>
          <a:lstStyle/>
          <a:p>
            <a:r>
              <a:rPr lang="en-US" sz="3200" spc="150" err="1">
                <a:solidFill>
                  <a:srgbClr val="393A3F"/>
                </a:solidFill>
                <a:latin typeface="Anton" panose="020B0604020202020204" charset="0"/>
              </a:rPr>
              <a:t>addnewpatient</a:t>
            </a:r>
            <a:r>
              <a:rPr lang="en-US" sz="3200" spc="150">
                <a:solidFill>
                  <a:srgbClr val="393A3F"/>
                </a:solidFill>
                <a:latin typeface="Anton" panose="020B0604020202020204" charset="0"/>
              </a:rPr>
              <a:t>  Function</a:t>
            </a:r>
          </a:p>
        </p:txBody>
      </p:sp>
      <p:sp>
        <p:nvSpPr>
          <p:cNvPr id="4" name="Teardrop 3"/>
          <p:cNvSpPr/>
          <p:nvPr/>
        </p:nvSpPr>
        <p:spPr>
          <a:xfrm>
            <a:off x="13454969" y="5359461"/>
            <a:ext cx="1593836" cy="1593836"/>
          </a:xfrm>
          <a:prstGeom prst="teardrop">
            <a:avLst/>
          </a:prstGeom>
          <a:solidFill>
            <a:srgbClr val="5EC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ardrop 107"/>
          <p:cNvSpPr/>
          <p:nvPr/>
        </p:nvSpPr>
        <p:spPr>
          <a:xfrm>
            <a:off x="15313959" y="5359461"/>
            <a:ext cx="1593836" cy="1593836"/>
          </a:xfrm>
          <a:prstGeom prst="teardrop">
            <a:avLst/>
          </a:prstGeom>
          <a:solidFill>
            <a:srgbClr val="FF4F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ardrop 108"/>
          <p:cNvSpPr/>
          <p:nvPr/>
        </p:nvSpPr>
        <p:spPr>
          <a:xfrm>
            <a:off x="11547691" y="5355962"/>
            <a:ext cx="1593836" cy="1593836"/>
          </a:xfrm>
          <a:prstGeom prst="teardrop">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uble Bracket 5"/>
          <p:cNvSpPr/>
          <p:nvPr/>
        </p:nvSpPr>
        <p:spPr>
          <a:xfrm rot="5400000">
            <a:off x="12379149" y="2391964"/>
            <a:ext cx="2044700" cy="7575198"/>
          </a:xfrm>
          <a:prstGeom prst="bracketPair">
            <a:avLst/>
          </a:prstGeom>
          <a:ln w="76200">
            <a:solidFill>
              <a:srgbClr val="ED78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 name="Teardrop 111"/>
          <p:cNvSpPr/>
          <p:nvPr/>
        </p:nvSpPr>
        <p:spPr>
          <a:xfrm>
            <a:off x="9426791" y="7614302"/>
            <a:ext cx="1593836" cy="1593836"/>
          </a:xfrm>
          <a:prstGeom prst="teardrop">
            <a:avLst/>
          </a:prstGeom>
          <a:solidFill>
            <a:srgbClr val="948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rved Down Arrow 6"/>
          <p:cNvSpPr/>
          <p:nvPr/>
        </p:nvSpPr>
        <p:spPr>
          <a:xfrm rot="16200000">
            <a:off x="7168850" y="6572007"/>
            <a:ext cx="2768600" cy="1231294"/>
          </a:xfrm>
          <a:prstGeom prst="curvedDownArrow">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Teardrop 113"/>
          <p:cNvSpPr/>
          <p:nvPr/>
        </p:nvSpPr>
        <p:spPr>
          <a:xfrm>
            <a:off x="9688701" y="5425220"/>
            <a:ext cx="1593836" cy="1593836"/>
          </a:xfrm>
          <a:prstGeom prst="teardro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06569" y="6169694"/>
            <a:ext cx="5366726" cy="2308324"/>
          </a:xfrm>
          <a:prstGeom prst="rect">
            <a:avLst/>
          </a:prstGeom>
          <a:noFill/>
        </p:spPr>
        <p:txBody>
          <a:bodyPr wrap="square" rtlCol="0">
            <a:spAutoFit/>
          </a:bodyPr>
          <a:lstStyle/>
          <a:p>
            <a:pPr algn="just">
              <a:spcAft>
                <a:spcPts val="600"/>
              </a:spcAft>
            </a:pPr>
            <a:r>
              <a:rPr lang="en-US" sz="2400">
                <a:solidFill>
                  <a:srgbClr val="393A3F"/>
                </a:solidFill>
                <a:latin typeface="+mn-lt"/>
              </a:rPr>
              <a:t> </a:t>
            </a:r>
            <a:r>
              <a:rPr lang="en-US" sz="2400">
                <a:solidFill>
                  <a:srgbClr val="393A3F"/>
                </a:solidFill>
                <a:latin typeface="Arial" panose="020B0604020202020204" pitchFamily="34" charset="0"/>
                <a:cs typeface="Arial" panose="020B0604020202020204" pitchFamily="34" charset="0"/>
              </a:rPr>
              <a:t>It uses another function called (</a:t>
            </a:r>
            <a:r>
              <a:rPr lang="en-US" sz="2400" err="1">
                <a:solidFill>
                  <a:srgbClr val="393A3F"/>
                </a:solidFill>
                <a:latin typeface="Arial" panose="020B0604020202020204" pitchFamily="34" charset="0"/>
                <a:cs typeface="Arial" panose="020B0604020202020204" pitchFamily="34" charset="0"/>
              </a:rPr>
              <a:t>allpatient</a:t>
            </a:r>
            <a:r>
              <a:rPr lang="en-US" sz="2400">
                <a:solidFill>
                  <a:srgbClr val="393A3F"/>
                </a:solidFill>
                <a:latin typeface="Arial" panose="020B0604020202020204" pitchFamily="34" charset="0"/>
                <a:cs typeface="Arial" panose="020B0604020202020204" pitchFamily="34" charset="0"/>
              </a:rPr>
              <a:t>) to create a new node of node structure data type. In here after creating the new node it assigns the values to the members that was taken from the user.</a:t>
            </a:r>
          </a:p>
        </p:txBody>
      </p:sp>
      <p:sp>
        <p:nvSpPr>
          <p:cNvPr id="9" name="TextBox 8"/>
          <p:cNvSpPr txBox="1"/>
          <p:nvPr/>
        </p:nvSpPr>
        <p:spPr>
          <a:xfrm>
            <a:off x="11915418" y="5864894"/>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118" name="TextBox 117"/>
          <p:cNvSpPr txBox="1"/>
          <p:nvPr/>
        </p:nvSpPr>
        <p:spPr>
          <a:xfrm>
            <a:off x="13769511" y="5891270"/>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119" name="TextBox 118"/>
          <p:cNvSpPr txBox="1"/>
          <p:nvPr/>
        </p:nvSpPr>
        <p:spPr>
          <a:xfrm>
            <a:off x="15714077" y="586451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120" name="TextBox 119"/>
          <p:cNvSpPr txBox="1"/>
          <p:nvPr/>
        </p:nvSpPr>
        <p:spPr>
          <a:xfrm>
            <a:off x="9844281" y="7977975"/>
            <a:ext cx="964751" cy="954107"/>
          </a:xfrm>
          <a:prstGeom prst="rect">
            <a:avLst/>
          </a:prstGeom>
          <a:noFill/>
        </p:spPr>
        <p:txBody>
          <a:bodyPr wrap="square" rtlCol="0">
            <a:spAutoFit/>
          </a:bodyPr>
          <a:lstStyle/>
          <a:p>
            <a:r>
              <a:rPr lang="en-US" sz="2800">
                <a:solidFill>
                  <a:schemeClr val="bg1"/>
                </a:solidFill>
                <a:latin typeface="Anton" panose="020B0604020202020204" charset="0"/>
              </a:rPr>
              <a:t>New Node</a:t>
            </a:r>
          </a:p>
        </p:txBody>
      </p:sp>
      <p:sp>
        <p:nvSpPr>
          <p:cNvPr id="11" name="TextBox 10"/>
          <p:cNvSpPr txBox="1"/>
          <p:nvPr/>
        </p:nvSpPr>
        <p:spPr>
          <a:xfrm>
            <a:off x="8460590" y="5207588"/>
            <a:ext cx="851515" cy="584775"/>
          </a:xfrm>
          <a:prstGeom prst="rect">
            <a:avLst/>
          </a:prstGeom>
          <a:noFill/>
        </p:spPr>
        <p:txBody>
          <a:bodyPr wrap="none" rtlCol="0">
            <a:spAutoFit/>
          </a:bodyPr>
          <a:lstStyle/>
          <a:p>
            <a:r>
              <a:rPr lang="en-US" sz="3200" spc="150">
                <a:solidFill>
                  <a:srgbClr val="393A3F"/>
                </a:solidFill>
                <a:latin typeface="Anton" panose="020B0604020202020204" charset="0"/>
              </a:rPr>
              <a:t>Add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762"/>
        <p:cNvGrpSpPr/>
        <p:nvPr/>
      </p:nvGrpSpPr>
      <p:grpSpPr>
        <a:xfrm>
          <a:off x="0" y="0"/>
          <a:ext cx="0" cy="0"/>
          <a:chOff x="0" y="0"/>
          <a:chExt cx="0" cy="0"/>
        </a:xfrm>
      </p:grpSpPr>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999777" y="8693803"/>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25" name="Google Shape;825;p15"/>
          <p:cNvGrpSpPr/>
          <p:nvPr/>
        </p:nvGrpSpPr>
        <p:grpSpPr>
          <a:xfrm rot="2821008">
            <a:off x="16959926" y="165868"/>
            <a:ext cx="1057412" cy="1194325"/>
            <a:chOff x="-95788" y="-89271"/>
            <a:chExt cx="1409883" cy="1592433"/>
          </a:xfrm>
        </p:grpSpPr>
        <p:grpSp>
          <p:nvGrpSpPr>
            <p:cNvPr id="826" name="Google Shape;826;p15"/>
            <p:cNvGrpSpPr/>
            <p:nvPr/>
          </p:nvGrpSpPr>
          <p:grpSpPr>
            <a:xfrm rot="-2821008">
              <a:off x="134749" y="283003"/>
              <a:ext cx="943438" cy="1040647"/>
              <a:chOff x="0" y="-47625"/>
              <a:chExt cx="343153" cy="378511"/>
            </a:xfrm>
          </p:grpSpPr>
          <p:sp>
            <p:nvSpPr>
              <p:cNvPr id="827" name="Google Shape;827;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9" name="Google Shape;829;p15"/>
            <p:cNvGrpSpPr/>
            <p:nvPr/>
          </p:nvGrpSpPr>
          <p:grpSpPr>
            <a:xfrm rot="-2821008">
              <a:off x="140122" y="90242"/>
              <a:ext cx="943438" cy="1040647"/>
              <a:chOff x="0" y="-47625"/>
              <a:chExt cx="343153" cy="378511"/>
            </a:xfrm>
          </p:grpSpPr>
          <p:sp>
            <p:nvSpPr>
              <p:cNvPr id="830" name="Google Shape;830;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2" name="Google Shape;832;p15"/>
            <p:cNvGrpSpPr/>
            <p:nvPr/>
          </p:nvGrpSpPr>
          <p:grpSpPr>
            <a:xfrm>
              <a:off x="625032" y="253446"/>
              <a:ext cx="69946" cy="699445"/>
              <a:chOff x="0" y="-47625"/>
              <a:chExt cx="31856" cy="318558"/>
            </a:xfrm>
          </p:grpSpPr>
          <p:sp>
            <p:nvSpPr>
              <p:cNvPr id="833" name="Google Shape;833;p1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5"/>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5" name="Google Shape;835;p15"/>
            <p:cNvGrpSpPr/>
            <p:nvPr/>
          </p:nvGrpSpPr>
          <p:grpSpPr>
            <a:xfrm rot="5400000">
              <a:off x="676029" y="305730"/>
              <a:ext cx="72519" cy="699445"/>
              <a:chOff x="0" y="-47625"/>
              <a:chExt cx="33028" cy="318558"/>
            </a:xfrm>
          </p:grpSpPr>
          <p:sp>
            <p:nvSpPr>
              <p:cNvPr id="836" name="Google Shape;836;p1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8" name="Google Shape;917;p17"/>
          <p:cNvGrpSpPr/>
          <p:nvPr/>
        </p:nvGrpSpPr>
        <p:grpSpPr>
          <a:xfrm>
            <a:off x="980574" y="2223141"/>
            <a:ext cx="2065565" cy="1437158"/>
            <a:chOff x="0" y="-47625"/>
            <a:chExt cx="544017" cy="378511"/>
          </a:xfrm>
        </p:grpSpPr>
        <p:sp>
          <p:nvSpPr>
            <p:cNvPr id="79"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 name="Google Shape;920;p17"/>
          <p:cNvGrpSpPr/>
          <p:nvPr/>
        </p:nvGrpSpPr>
        <p:grpSpPr>
          <a:xfrm>
            <a:off x="1090149" y="2047074"/>
            <a:ext cx="2065565" cy="1437158"/>
            <a:chOff x="0" y="-47625"/>
            <a:chExt cx="544017" cy="378511"/>
          </a:xfrm>
        </p:grpSpPr>
        <p:sp>
          <p:nvSpPr>
            <p:cNvPr id="82"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0" i="0" u="none" strike="noStrike" cap="none">
                <a:solidFill>
                  <a:srgbClr val="393A3F"/>
                </a:solidFill>
                <a:latin typeface="Anton"/>
                <a:ea typeface="Anton"/>
                <a:cs typeface="Anton"/>
                <a:sym typeface="Anton"/>
              </a:rPr>
              <a:t>Patient Information</a:t>
            </a:r>
            <a:endParaRPr sz="8000"/>
          </a:p>
        </p:txBody>
      </p:sp>
      <p:sp>
        <p:nvSpPr>
          <p:cNvPr id="85" name="Google Shape;994;p17"/>
          <p:cNvSpPr txBox="1"/>
          <p:nvPr/>
        </p:nvSpPr>
        <p:spPr>
          <a:xfrm>
            <a:off x="1669853" y="2280269"/>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
        <p:nvSpPr>
          <p:cNvPr id="86" name="Left Brace 85"/>
          <p:cNvSpPr/>
          <p:nvPr/>
        </p:nvSpPr>
        <p:spPr>
          <a:xfrm>
            <a:off x="1090149" y="4502164"/>
            <a:ext cx="374580" cy="653108"/>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Left Brace 86"/>
          <p:cNvSpPr/>
          <p:nvPr/>
        </p:nvSpPr>
        <p:spPr>
          <a:xfrm rot="10800000">
            <a:off x="5894307" y="4503861"/>
            <a:ext cx="401696" cy="651411"/>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TextBox 87"/>
          <p:cNvSpPr txBox="1"/>
          <p:nvPr/>
        </p:nvSpPr>
        <p:spPr>
          <a:xfrm>
            <a:off x="1464729" y="4542084"/>
            <a:ext cx="4697308" cy="584775"/>
          </a:xfrm>
          <a:prstGeom prst="rect">
            <a:avLst/>
          </a:prstGeom>
          <a:noFill/>
        </p:spPr>
        <p:txBody>
          <a:bodyPr wrap="square" rtlCol="0">
            <a:spAutoFit/>
          </a:bodyPr>
          <a:lstStyle/>
          <a:p>
            <a:r>
              <a:rPr lang="en-US" sz="3200" spc="150" err="1">
                <a:solidFill>
                  <a:srgbClr val="393A3F"/>
                </a:solidFill>
                <a:latin typeface="Anton" panose="020B0604020202020204" charset="0"/>
              </a:rPr>
              <a:t>Searchpatient</a:t>
            </a:r>
            <a:r>
              <a:rPr lang="en-US" sz="3200" spc="150">
                <a:solidFill>
                  <a:srgbClr val="393A3F"/>
                </a:solidFill>
                <a:latin typeface="Anton" panose="020B0604020202020204" charset="0"/>
              </a:rPr>
              <a:t>  Function</a:t>
            </a:r>
          </a:p>
        </p:txBody>
      </p:sp>
      <p:sp>
        <p:nvSpPr>
          <p:cNvPr id="89" name="Teardrop 88"/>
          <p:cNvSpPr/>
          <p:nvPr/>
        </p:nvSpPr>
        <p:spPr>
          <a:xfrm>
            <a:off x="12946524" y="6145092"/>
            <a:ext cx="1593836" cy="1593836"/>
          </a:xfrm>
          <a:prstGeom prst="teardrop">
            <a:avLst/>
          </a:prstGeom>
          <a:solidFill>
            <a:srgbClr val="5EC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ardrop 89"/>
          <p:cNvSpPr/>
          <p:nvPr/>
        </p:nvSpPr>
        <p:spPr>
          <a:xfrm>
            <a:off x="14805514" y="6145092"/>
            <a:ext cx="1593836" cy="1593836"/>
          </a:xfrm>
          <a:prstGeom prst="teardrop">
            <a:avLst/>
          </a:prstGeom>
          <a:solidFill>
            <a:srgbClr val="FF4F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ardrop 90"/>
          <p:cNvSpPr/>
          <p:nvPr/>
        </p:nvSpPr>
        <p:spPr>
          <a:xfrm>
            <a:off x="11039246" y="6141593"/>
            <a:ext cx="1593836" cy="1593836"/>
          </a:xfrm>
          <a:prstGeom prst="teardrop">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Double Bracket 91"/>
          <p:cNvSpPr/>
          <p:nvPr/>
        </p:nvSpPr>
        <p:spPr>
          <a:xfrm rot="5400000">
            <a:off x="11870704" y="3177595"/>
            <a:ext cx="2044700" cy="7575198"/>
          </a:xfrm>
          <a:prstGeom prst="bracketPair">
            <a:avLst/>
          </a:prstGeom>
          <a:ln w="76200">
            <a:solidFill>
              <a:srgbClr val="ED78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TextBox 92"/>
          <p:cNvSpPr txBox="1"/>
          <p:nvPr/>
        </p:nvSpPr>
        <p:spPr>
          <a:xfrm>
            <a:off x="11406973" y="665052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4" name="TextBox 93"/>
          <p:cNvSpPr txBox="1"/>
          <p:nvPr/>
        </p:nvSpPr>
        <p:spPr>
          <a:xfrm>
            <a:off x="13261066" y="6676901"/>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5" name="TextBox 94"/>
          <p:cNvSpPr txBox="1"/>
          <p:nvPr/>
        </p:nvSpPr>
        <p:spPr>
          <a:xfrm>
            <a:off x="15205632" y="6650146"/>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6" name="Teardrop 95"/>
          <p:cNvSpPr/>
          <p:nvPr/>
        </p:nvSpPr>
        <p:spPr>
          <a:xfrm>
            <a:off x="9215383" y="6141593"/>
            <a:ext cx="1593836" cy="1593836"/>
          </a:xfrm>
          <a:prstGeom prst="teardrop">
            <a:avLst/>
          </a:prstGeom>
          <a:solidFill>
            <a:srgbClr val="948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p:cNvSpPr txBox="1"/>
          <p:nvPr/>
        </p:nvSpPr>
        <p:spPr>
          <a:xfrm>
            <a:off x="9583110" y="665052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5237917">
            <a:off x="14134842" y="2747069"/>
            <a:ext cx="1534134" cy="1534134"/>
          </a:xfrm>
          <a:prstGeom prst="rect">
            <a:avLst/>
          </a:prstGeom>
        </p:spPr>
      </p:pic>
      <p:cxnSp>
        <p:nvCxnSpPr>
          <p:cNvPr id="4" name="Straight Arrow Connector 3"/>
          <p:cNvCxnSpPr/>
          <p:nvPr/>
        </p:nvCxnSpPr>
        <p:spPr>
          <a:xfrm flipH="1">
            <a:off x="9347200" y="3157417"/>
            <a:ext cx="4878617" cy="2796380"/>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5066195" y="3768090"/>
            <a:ext cx="1564979" cy="2312571"/>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464375" y="6368270"/>
            <a:ext cx="5279117" cy="1200329"/>
          </a:xfrm>
          <a:prstGeom prst="rect">
            <a:avLst/>
          </a:prstGeom>
          <a:noFill/>
        </p:spPr>
        <p:txBody>
          <a:bodyPr wrap="square" rtlCol="0">
            <a:spAutoFit/>
          </a:bodyPr>
          <a:lstStyle/>
          <a:p>
            <a:r>
              <a:rPr lang="en-US" sz="2400">
                <a:solidFill>
                  <a:srgbClr val="393A3F"/>
                </a:solidFill>
                <a:latin typeface="+mn-lt"/>
              </a:rPr>
              <a:t>Searches through the entire list comparing the user input id with patient id.</a:t>
            </a:r>
          </a:p>
        </p:txBody>
      </p:sp>
      <p:sp>
        <p:nvSpPr>
          <p:cNvPr id="16" name="Rounded Rectangle 15"/>
          <p:cNvSpPr/>
          <p:nvPr/>
        </p:nvSpPr>
        <p:spPr>
          <a:xfrm>
            <a:off x="1322624" y="6136087"/>
            <a:ext cx="5038485" cy="1689856"/>
          </a:xfrm>
          <a:prstGeom prst="roundRect">
            <a:avLst>
              <a:gd name="adj" fmla="val 6272"/>
            </a:avLst>
          </a:prstGeom>
          <a:noFill/>
          <a:ln w="38100">
            <a:solidFill>
              <a:srgbClr val="ED78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5219219" y="2594367"/>
            <a:ext cx="1180131" cy="523220"/>
          </a:xfrm>
          <a:prstGeom prst="rect">
            <a:avLst/>
          </a:prstGeom>
          <a:noFill/>
        </p:spPr>
        <p:txBody>
          <a:bodyPr wrap="none" rtlCol="0">
            <a:spAutoFit/>
          </a:bodyPr>
          <a:lstStyle/>
          <a:p>
            <a:r>
              <a:rPr lang="en-US" sz="2800">
                <a:solidFill>
                  <a:srgbClr val="393A3F"/>
                </a:solidFill>
                <a:latin typeface="Anton" panose="020B0604020202020204" charset="0"/>
              </a:rPr>
              <a:t>Search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1152"/>
        <p:cNvGrpSpPr/>
        <p:nvPr/>
      </p:nvGrpSpPr>
      <p:grpSpPr>
        <a:xfrm>
          <a:off x="0" y="0"/>
          <a:ext cx="0" cy="0"/>
          <a:chOff x="0" y="0"/>
          <a:chExt cx="0" cy="0"/>
        </a:xfrm>
      </p:grpSpPr>
      <p:grpSp>
        <p:nvGrpSpPr>
          <p:cNvPr id="1153" name="Google Shape;1153;p20"/>
          <p:cNvGrpSpPr/>
          <p:nvPr/>
        </p:nvGrpSpPr>
        <p:grpSpPr>
          <a:xfrm rot="2821008">
            <a:off x="16959926" y="165868"/>
            <a:ext cx="1057412" cy="1194325"/>
            <a:chOff x="-95788" y="-89271"/>
            <a:chExt cx="1409883" cy="1592433"/>
          </a:xfrm>
        </p:grpSpPr>
        <p:grpSp>
          <p:nvGrpSpPr>
            <p:cNvPr id="1154" name="Google Shape;1154;p20"/>
            <p:cNvGrpSpPr/>
            <p:nvPr/>
          </p:nvGrpSpPr>
          <p:grpSpPr>
            <a:xfrm rot="-2821008">
              <a:off x="134749" y="283003"/>
              <a:ext cx="943438" cy="1040647"/>
              <a:chOff x="0" y="-47625"/>
              <a:chExt cx="343153" cy="378511"/>
            </a:xfrm>
          </p:grpSpPr>
          <p:sp>
            <p:nvSpPr>
              <p:cNvPr id="1155" name="Google Shape;1155;p20"/>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0"/>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57" name="Google Shape;1157;p20"/>
            <p:cNvGrpSpPr/>
            <p:nvPr/>
          </p:nvGrpSpPr>
          <p:grpSpPr>
            <a:xfrm rot="-2821008">
              <a:off x="140122" y="90242"/>
              <a:ext cx="943438" cy="1040647"/>
              <a:chOff x="0" y="-47625"/>
              <a:chExt cx="343153" cy="378511"/>
            </a:xfrm>
          </p:grpSpPr>
          <p:sp>
            <p:nvSpPr>
              <p:cNvPr id="1158" name="Google Shape;1158;p20"/>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0"/>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60" name="Google Shape;1160;p20"/>
            <p:cNvGrpSpPr/>
            <p:nvPr/>
          </p:nvGrpSpPr>
          <p:grpSpPr>
            <a:xfrm>
              <a:off x="625032" y="253446"/>
              <a:ext cx="69946" cy="699445"/>
              <a:chOff x="0" y="-47625"/>
              <a:chExt cx="31856" cy="318558"/>
            </a:xfrm>
          </p:grpSpPr>
          <p:sp>
            <p:nvSpPr>
              <p:cNvPr id="1161" name="Google Shape;1161;p20"/>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0"/>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63" name="Google Shape;1163;p20"/>
            <p:cNvGrpSpPr/>
            <p:nvPr/>
          </p:nvGrpSpPr>
          <p:grpSpPr>
            <a:xfrm rot="5400000">
              <a:off x="676029" y="305730"/>
              <a:ext cx="72519" cy="699445"/>
              <a:chOff x="0" y="-47625"/>
              <a:chExt cx="33028" cy="318558"/>
            </a:xfrm>
          </p:grpSpPr>
          <p:sp>
            <p:nvSpPr>
              <p:cNvPr id="1164" name="Google Shape;1164;p20"/>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0"/>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82"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b="0" i="0" u="none" strike="noStrike" cap="none">
                <a:solidFill>
                  <a:srgbClr val="393A3F"/>
                </a:solidFill>
                <a:latin typeface="Anton"/>
                <a:ea typeface="Anton"/>
                <a:cs typeface="Anton"/>
                <a:sym typeface="Anton"/>
              </a:rPr>
              <a:t>Patient Information</a:t>
            </a:r>
            <a:endParaRPr sz="8000"/>
          </a:p>
        </p:txBody>
      </p:sp>
      <p:sp>
        <p:nvSpPr>
          <p:cNvPr id="83" name="Google Shape;994;p17"/>
          <p:cNvSpPr txBox="1"/>
          <p:nvPr/>
        </p:nvSpPr>
        <p:spPr>
          <a:xfrm>
            <a:off x="1669853" y="2280269"/>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
        <p:nvSpPr>
          <p:cNvPr id="86" name="Left Brace 85"/>
          <p:cNvSpPr/>
          <p:nvPr/>
        </p:nvSpPr>
        <p:spPr>
          <a:xfrm>
            <a:off x="1090149" y="4502164"/>
            <a:ext cx="374580" cy="653108"/>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Left Brace 86"/>
          <p:cNvSpPr/>
          <p:nvPr/>
        </p:nvSpPr>
        <p:spPr>
          <a:xfrm rot="10800000">
            <a:off x="5894307" y="4503861"/>
            <a:ext cx="401696" cy="651411"/>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TextBox 87"/>
          <p:cNvSpPr txBox="1"/>
          <p:nvPr/>
        </p:nvSpPr>
        <p:spPr>
          <a:xfrm>
            <a:off x="1464729" y="4542084"/>
            <a:ext cx="4697308" cy="584775"/>
          </a:xfrm>
          <a:prstGeom prst="rect">
            <a:avLst/>
          </a:prstGeom>
          <a:noFill/>
        </p:spPr>
        <p:txBody>
          <a:bodyPr wrap="square" rtlCol="0">
            <a:spAutoFit/>
          </a:bodyPr>
          <a:lstStyle/>
          <a:p>
            <a:r>
              <a:rPr lang="en-US" sz="3200" spc="150" err="1">
                <a:solidFill>
                  <a:srgbClr val="393A3F"/>
                </a:solidFill>
                <a:latin typeface="Anton" panose="020B0604020202020204" charset="0"/>
              </a:rPr>
              <a:t>deletepatient</a:t>
            </a:r>
            <a:r>
              <a:rPr lang="en-US" sz="3200" spc="150">
                <a:solidFill>
                  <a:srgbClr val="393A3F"/>
                </a:solidFill>
                <a:latin typeface="Anton" panose="020B0604020202020204" charset="0"/>
              </a:rPr>
              <a:t>  Function</a:t>
            </a:r>
          </a:p>
        </p:txBody>
      </p:sp>
      <p:sp>
        <p:nvSpPr>
          <p:cNvPr id="89" name="Teardrop 88"/>
          <p:cNvSpPr/>
          <p:nvPr/>
        </p:nvSpPr>
        <p:spPr>
          <a:xfrm>
            <a:off x="13454969" y="5359461"/>
            <a:ext cx="1593836" cy="1593836"/>
          </a:xfrm>
          <a:prstGeom prst="teardrop">
            <a:avLst/>
          </a:prstGeom>
          <a:solidFill>
            <a:srgbClr val="5EC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ardrop 89"/>
          <p:cNvSpPr/>
          <p:nvPr/>
        </p:nvSpPr>
        <p:spPr>
          <a:xfrm>
            <a:off x="15313959" y="5359461"/>
            <a:ext cx="1593836" cy="1593836"/>
          </a:xfrm>
          <a:prstGeom prst="teardrop">
            <a:avLst/>
          </a:prstGeom>
          <a:solidFill>
            <a:srgbClr val="FF4F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ardrop 90"/>
          <p:cNvSpPr/>
          <p:nvPr/>
        </p:nvSpPr>
        <p:spPr>
          <a:xfrm>
            <a:off x="11547691" y="5355962"/>
            <a:ext cx="1593836" cy="1593836"/>
          </a:xfrm>
          <a:prstGeom prst="teardrop">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Double Bracket 91"/>
          <p:cNvSpPr/>
          <p:nvPr/>
        </p:nvSpPr>
        <p:spPr>
          <a:xfrm rot="5400000">
            <a:off x="12379149" y="2391964"/>
            <a:ext cx="2044700" cy="7575198"/>
          </a:xfrm>
          <a:prstGeom prst="bracketPair">
            <a:avLst/>
          </a:prstGeom>
          <a:ln w="76200">
            <a:solidFill>
              <a:srgbClr val="ED78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Teardrop 92"/>
          <p:cNvSpPr/>
          <p:nvPr/>
        </p:nvSpPr>
        <p:spPr>
          <a:xfrm>
            <a:off x="9426791" y="7614302"/>
            <a:ext cx="1593836" cy="1593836"/>
          </a:xfrm>
          <a:prstGeom prst="teardrop">
            <a:avLst/>
          </a:prstGeom>
          <a:solidFill>
            <a:srgbClr val="948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ardrop 94"/>
          <p:cNvSpPr/>
          <p:nvPr/>
        </p:nvSpPr>
        <p:spPr>
          <a:xfrm>
            <a:off x="9688701" y="5425220"/>
            <a:ext cx="1593836" cy="1593836"/>
          </a:xfrm>
          <a:prstGeom prst="teardro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p:cNvSpPr txBox="1"/>
          <p:nvPr/>
        </p:nvSpPr>
        <p:spPr>
          <a:xfrm>
            <a:off x="11915418" y="5864894"/>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7" name="TextBox 96"/>
          <p:cNvSpPr txBox="1"/>
          <p:nvPr/>
        </p:nvSpPr>
        <p:spPr>
          <a:xfrm>
            <a:off x="13769511" y="5891270"/>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8" name="TextBox 97"/>
          <p:cNvSpPr txBox="1"/>
          <p:nvPr/>
        </p:nvSpPr>
        <p:spPr>
          <a:xfrm>
            <a:off x="15714077" y="586451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9" name="TextBox 98"/>
          <p:cNvSpPr txBox="1"/>
          <p:nvPr/>
        </p:nvSpPr>
        <p:spPr>
          <a:xfrm>
            <a:off x="9542357" y="7988432"/>
            <a:ext cx="1452067" cy="954107"/>
          </a:xfrm>
          <a:prstGeom prst="rect">
            <a:avLst/>
          </a:prstGeom>
          <a:noFill/>
        </p:spPr>
        <p:txBody>
          <a:bodyPr wrap="square" rtlCol="0">
            <a:spAutoFit/>
          </a:bodyPr>
          <a:lstStyle/>
          <a:p>
            <a:pPr algn="ctr"/>
            <a:r>
              <a:rPr lang="en-US" sz="2800">
                <a:solidFill>
                  <a:schemeClr val="bg1"/>
                </a:solidFill>
                <a:latin typeface="Anton" panose="020B0604020202020204" charset="0"/>
              </a:rPr>
              <a:t>removed Node</a:t>
            </a:r>
          </a:p>
        </p:txBody>
      </p:sp>
      <p:sp>
        <p:nvSpPr>
          <p:cNvPr id="100" name="TextBox 99"/>
          <p:cNvSpPr txBox="1"/>
          <p:nvPr/>
        </p:nvSpPr>
        <p:spPr>
          <a:xfrm>
            <a:off x="7836926" y="5255353"/>
            <a:ext cx="1547218" cy="584775"/>
          </a:xfrm>
          <a:prstGeom prst="rect">
            <a:avLst/>
          </a:prstGeom>
          <a:noFill/>
        </p:spPr>
        <p:txBody>
          <a:bodyPr wrap="none" rtlCol="0">
            <a:spAutoFit/>
          </a:bodyPr>
          <a:lstStyle/>
          <a:p>
            <a:r>
              <a:rPr lang="en-US" sz="3200" spc="150">
                <a:solidFill>
                  <a:srgbClr val="393A3F"/>
                </a:solidFill>
                <a:latin typeface="Anton" panose="020B0604020202020204" charset="0"/>
              </a:rPr>
              <a:t>remove</a:t>
            </a:r>
          </a:p>
        </p:txBody>
      </p:sp>
      <p:sp>
        <p:nvSpPr>
          <p:cNvPr id="2" name="Curved Right Arrow 1"/>
          <p:cNvSpPr/>
          <p:nvPr/>
        </p:nvSpPr>
        <p:spPr>
          <a:xfrm>
            <a:off x="7811134" y="6001357"/>
            <a:ext cx="1386690" cy="2826648"/>
          </a:xfrm>
          <a:prstGeom prst="curvedRightArrow">
            <a:avLst/>
          </a:prstGeom>
          <a:solidFill>
            <a:srgbClr val="393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1321654" y="5964274"/>
            <a:ext cx="4974350" cy="2677656"/>
          </a:xfrm>
          <a:prstGeom prst="rect">
            <a:avLst/>
          </a:prstGeom>
          <a:noFill/>
        </p:spPr>
        <p:txBody>
          <a:bodyPr wrap="square" rtlCol="0">
            <a:spAutoFit/>
          </a:bodyPr>
          <a:lstStyle/>
          <a:p>
            <a:pPr algn="just"/>
            <a:r>
              <a:rPr lang="en-US" sz="2400"/>
              <a:t>The program searches through the list to find the desired id that the user want to delete. After finding the id the program links the previous node of the id to the next node of the id and then frees the id node.</a:t>
            </a:r>
          </a:p>
        </p:txBody>
      </p:sp>
      <p:sp>
        <p:nvSpPr>
          <p:cNvPr id="4" name="Rounded Rectangle 3"/>
          <p:cNvSpPr/>
          <p:nvPr/>
        </p:nvSpPr>
        <p:spPr>
          <a:xfrm>
            <a:off x="1097839" y="5782392"/>
            <a:ext cx="5415329" cy="3079072"/>
          </a:xfrm>
          <a:prstGeom prst="roundRect">
            <a:avLst>
              <a:gd name="adj" fmla="val 5484"/>
            </a:avLst>
          </a:prstGeom>
          <a:noFill/>
          <a:ln w="38100">
            <a:solidFill>
              <a:srgbClr val="F683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DB75CC7C-9AEB-C721-CD12-BD71357A5CDE}"/>
              </a:ext>
            </a:extLst>
          </p:cNvPr>
          <p:cNvSpPr>
            <a:spLocks noGrp="1"/>
          </p:cNvSpPr>
          <p:nvPr>
            <p:ph type="body" idx="1"/>
          </p:nvPr>
        </p:nvSpPr>
        <p:spPr>
          <a:xfrm>
            <a:off x="12881541" y="868219"/>
            <a:ext cx="3749203" cy="3110452"/>
          </a:xfrm>
        </p:spPr>
        <p:txBody>
          <a:bodyPr/>
          <a:lstStyle/>
          <a:p>
            <a:r>
              <a:rPr lang="en-US"/>
              <a:t>  </a:t>
            </a:r>
          </a:p>
        </p:txBody>
      </p:sp>
      <p:grpSp>
        <p:nvGrpSpPr>
          <p:cNvPr id="9" name="Google Shape;917;p17">
            <a:extLst>
              <a:ext uri="{FF2B5EF4-FFF2-40B4-BE49-F238E27FC236}">
                <a16:creationId xmlns:a16="http://schemas.microsoft.com/office/drawing/2014/main" id="{85A7219E-343B-52E7-0BBA-582B573D5BD4}"/>
              </a:ext>
            </a:extLst>
          </p:cNvPr>
          <p:cNvGrpSpPr/>
          <p:nvPr/>
        </p:nvGrpSpPr>
        <p:grpSpPr>
          <a:xfrm>
            <a:off x="980574" y="2223141"/>
            <a:ext cx="2065565" cy="1437158"/>
            <a:chOff x="0" y="-47625"/>
            <a:chExt cx="544017" cy="378511"/>
          </a:xfrm>
        </p:grpSpPr>
        <p:sp>
          <p:nvSpPr>
            <p:cNvPr id="7" name="Google Shape;918;p17">
              <a:extLst>
                <a:ext uri="{FF2B5EF4-FFF2-40B4-BE49-F238E27FC236}">
                  <a16:creationId xmlns:a16="http://schemas.microsoft.com/office/drawing/2014/main" id="{E54D4E36-D309-7488-9DE0-ECB9B07F696A}"/>
                </a:ext>
              </a:extLst>
            </p:cNvPr>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19;p17">
              <a:extLst>
                <a:ext uri="{FF2B5EF4-FFF2-40B4-BE49-F238E27FC236}">
                  <a16:creationId xmlns:a16="http://schemas.microsoft.com/office/drawing/2014/main" id="{D1D4B8CB-CCD4-371D-C3A4-5B0A80552163}"/>
                </a:ext>
              </a:extLst>
            </p:cNvPr>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920;p17">
            <a:extLst>
              <a:ext uri="{FF2B5EF4-FFF2-40B4-BE49-F238E27FC236}">
                <a16:creationId xmlns:a16="http://schemas.microsoft.com/office/drawing/2014/main" id="{A1ADECC7-83F9-5B44-C97C-8025CC6D2182}"/>
              </a:ext>
            </a:extLst>
          </p:cNvPr>
          <p:cNvGrpSpPr/>
          <p:nvPr/>
        </p:nvGrpSpPr>
        <p:grpSpPr>
          <a:xfrm>
            <a:off x="1090149" y="2047074"/>
            <a:ext cx="2065565" cy="1437158"/>
            <a:chOff x="0" y="-47625"/>
            <a:chExt cx="544017" cy="378511"/>
          </a:xfrm>
        </p:grpSpPr>
        <p:sp>
          <p:nvSpPr>
            <p:cNvPr id="11" name="Google Shape;921;p17">
              <a:extLst>
                <a:ext uri="{FF2B5EF4-FFF2-40B4-BE49-F238E27FC236}">
                  <a16:creationId xmlns:a16="http://schemas.microsoft.com/office/drawing/2014/main" id="{1B510EE7-24E6-697B-05B8-F6213AC7155D}"/>
                </a:ext>
              </a:extLst>
            </p:cNvPr>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22;p17">
              <a:extLst>
                <a:ext uri="{FF2B5EF4-FFF2-40B4-BE49-F238E27FC236}">
                  <a16:creationId xmlns:a16="http://schemas.microsoft.com/office/drawing/2014/main" id="{77873106-945B-25BA-AACC-CFFEA74F67F4}"/>
                </a:ext>
              </a:extLst>
            </p:cNvPr>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 name="Google Shape;994;p17">
            <a:extLst>
              <a:ext uri="{FF2B5EF4-FFF2-40B4-BE49-F238E27FC236}">
                <a16:creationId xmlns:a16="http://schemas.microsoft.com/office/drawing/2014/main" id="{BBD86639-4EC2-3327-6DFF-EE94A378EC23}"/>
              </a:ext>
            </a:extLst>
          </p:cNvPr>
          <p:cNvSpPr txBox="1"/>
          <p:nvPr/>
        </p:nvSpPr>
        <p:spPr>
          <a:xfrm>
            <a:off x="1677110" y="2233098"/>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762"/>
        <p:cNvGrpSpPr/>
        <p:nvPr/>
      </p:nvGrpSpPr>
      <p:grpSpPr>
        <a:xfrm>
          <a:off x="0" y="0"/>
          <a:ext cx="0" cy="0"/>
          <a:chOff x="0" y="0"/>
          <a:chExt cx="0" cy="0"/>
        </a:xfrm>
      </p:grpSpPr>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999777" y="8693803"/>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25" name="Google Shape;825;p15"/>
          <p:cNvGrpSpPr/>
          <p:nvPr/>
        </p:nvGrpSpPr>
        <p:grpSpPr>
          <a:xfrm rot="2821008">
            <a:off x="16959926" y="165868"/>
            <a:ext cx="1057412" cy="1194325"/>
            <a:chOff x="-95788" y="-89271"/>
            <a:chExt cx="1409883" cy="1592433"/>
          </a:xfrm>
        </p:grpSpPr>
        <p:grpSp>
          <p:nvGrpSpPr>
            <p:cNvPr id="826" name="Google Shape;826;p15"/>
            <p:cNvGrpSpPr/>
            <p:nvPr/>
          </p:nvGrpSpPr>
          <p:grpSpPr>
            <a:xfrm rot="-2821008">
              <a:off x="134749" y="283003"/>
              <a:ext cx="943438" cy="1040647"/>
              <a:chOff x="0" y="-47625"/>
              <a:chExt cx="343153" cy="378511"/>
            </a:xfrm>
          </p:grpSpPr>
          <p:sp>
            <p:nvSpPr>
              <p:cNvPr id="827" name="Google Shape;827;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9" name="Google Shape;829;p15"/>
            <p:cNvGrpSpPr/>
            <p:nvPr/>
          </p:nvGrpSpPr>
          <p:grpSpPr>
            <a:xfrm rot="-2821008">
              <a:off x="140122" y="90242"/>
              <a:ext cx="943438" cy="1040647"/>
              <a:chOff x="0" y="-47625"/>
              <a:chExt cx="343153" cy="378511"/>
            </a:xfrm>
          </p:grpSpPr>
          <p:sp>
            <p:nvSpPr>
              <p:cNvPr id="830" name="Google Shape;830;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2" name="Google Shape;832;p15"/>
            <p:cNvGrpSpPr/>
            <p:nvPr/>
          </p:nvGrpSpPr>
          <p:grpSpPr>
            <a:xfrm>
              <a:off x="625032" y="253446"/>
              <a:ext cx="69946" cy="699445"/>
              <a:chOff x="0" y="-47625"/>
              <a:chExt cx="31856" cy="318558"/>
            </a:xfrm>
          </p:grpSpPr>
          <p:sp>
            <p:nvSpPr>
              <p:cNvPr id="833" name="Google Shape;833;p1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5"/>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5" name="Google Shape;835;p15"/>
            <p:cNvGrpSpPr/>
            <p:nvPr/>
          </p:nvGrpSpPr>
          <p:grpSpPr>
            <a:xfrm rot="5400000">
              <a:off x="676029" y="305730"/>
              <a:ext cx="72519" cy="699445"/>
              <a:chOff x="0" y="-47625"/>
              <a:chExt cx="33028" cy="318558"/>
            </a:xfrm>
          </p:grpSpPr>
          <p:sp>
            <p:nvSpPr>
              <p:cNvPr id="836" name="Google Shape;836;p1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8" name="Google Shape;917;p17"/>
          <p:cNvGrpSpPr/>
          <p:nvPr/>
        </p:nvGrpSpPr>
        <p:grpSpPr>
          <a:xfrm>
            <a:off x="980574" y="2223141"/>
            <a:ext cx="2065565" cy="1437158"/>
            <a:chOff x="0" y="-47625"/>
            <a:chExt cx="544017" cy="378511"/>
          </a:xfrm>
        </p:grpSpPr>
        <p:sp>
          <p:nvSpPr>
            <p:cNvPr id="79"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 name="Google Shape;920;p17"/>
          <p:cNvGrpSpPr/>
          <p:nvPr/>
        </p:nvGrpSpPr>
        <p:grpSpPr>
          <a:xfrm>
            <a:off x="1090149" y="2047074"/>
            <a:ext cx="2065565" cy="1437158"/>
            <a:chOff x="0" y="-47625"/>
            <a:chExt cx="544017" cy="378511"/>
          </a:xfrm>
        </p:grpSpPr>
        <p:sp>
          <p:nvSpPr>
            <p:cNvPr id="82"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a:lnSpc>
                <a:spcPct val="120000"/>
              </a:lnSpc>
            </a:pPr>
            <a:r>
              <a:rPr lang="en-US" sz="8000">
                <a:solidFill>
                  <a:srgbClr val="393A3F"/>
                </a:solidFill>
                <a:latin typeface="Anton"/>
              </a:rPr>
              <a:t>Medical Records</a:t>
            </a:r>
          </a:p>
        </p:txBody>
      </p:sp>
      <p:sp>
        <p:nvSpPr>
          <p:cNvPr id="85" name="Google Shape;994;p17"/>
          <p:cNvSpPr txBox="1"/>
          <p:nvPr/>
        </p:nvSpPr>
        <p:spPr>
          <a:xfrm>
            <a:off x="1669853" y="2280269"/>
            <a:ext cx="1485861" cy="1449628"/>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50">
                <a:solidFill>
                  <a:srgbClr val="FFFFFF"/>
                </a:solidFill>
                <a:latin typeface="Anton"/>
                <a:sym typeface="Anton"/>
              </a:rPr>
              <a:t>03</a:t>
            </a:r>
            <a:endParaRPr/>
          </a:p>
        </p:txBody>
      </p:sp>
      <p:sp>
        <p:nvSpPr>
          <p:cNvPr id="86" name="Left Brace 85"/>
          <p:cNvSpPr/>
          <p:nvPr/>
        </p:nvSpPr>
        <p:spPr>
          <a:xfrm>
            <a:off x="1327113" y="4404590"/>
            <a:ext cx="346702" cy="904010"/>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TextBox 87"/>
          <p:cNvSpPr txBox="1"/>
          <p:nvPr/>
        </p:nvSpPr>
        <p:spPr>
          <a:xfrm>
            <a:off x="1576241" y="4569962"/>
            <a:ext cx="4460345" cy="584775"/>
          </a:xfrm>
          <a:prstGeom prst="rect">
            <a:avLst/>
          </a:prstGeom>
          <a:noFill/>
        </p:spPr>
        <p:txBody>
          <a:bodyPr wrap="square" lIns="91440" tIns="45720" rIns="91440" bIns="45720" rtlCol="0" anchor="t">
            <a:spAutoFit/>
          </a:bodyPr>
          <a:lstStyle/>
          <a:p>
            <a:r>
              <a:rPr lang="en-US" sz="3200" spc="150" err="1">
                <a:solidFill>
                  <a:srgbClr val="393A3F"/>
                </a:solidFill>
                <a:latin typeface="Anton"/>
              </a:rPr>
              <a:t>CreateReport</a:t>
            </a:r>
            <a:r>
              <a:rPr lang="en-US" sz="3200" spc="150">
                <a:solidFill>
                  <a:srgbClr val="393A3F"/>
                </a:solidFill>
                <a:latin typeface="Anton"/>
              </a:rPr>
              <a:t> Function</a:t>
            </a:r>
          </a:p>
        </p:txBody>
      </p:sp>
      <p:sp>
        <p:nvSpPr>
          <p:cNvPr id="95" name="TextBox 94"/>
          <p:cNvSpPr txBox="1"/>
          <p:nvPr/>
        </p:nvSpPr>
        <p:spPr>
          <a:xfrm>
            <a:off x="15205632" y="6650146"/>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7" name="TextBox 96"/>
          <p:cNvSpPr txBox="1"/>
          <p:nvPr/>
        </p:nvSpPr>
        <p:spPr>
          <a:xfrm>
            <a:off x="9583110" y="665052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15" name="Left Brace 14">
            <a:extLst>
              <a:ext uri="{FF2B5EF4-FFF2-40B4-BE49-F238E27FC236}">
                <a16:creationId xmlns:a16="http://schemas.microsoft.com/office/drawing/2014/main" id="{DBEFA6FC-21C9-9131-8D24-B720EA4F8723}"/>
              </a:ext>
            </a:extLst>
          </p:cNvPr>
          <p:cNvSpPr/>
          <p:nvPr/>
        </p:nvSpPr>
        <p:spPr>
          <a:xfrm flipH="1">
            <a:off x="5669055" y="4361458"/>
            <a:ext cx="378127" cy="945827"/>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ounded Rectangle 3">
            <a:extLst>
              <a:ext uri="{FF2B5EF4-FFF2-40B4-BE49-F238E27FC236}">
                <a16:creationId xmlns:a16="http://schemas.microsoft.com/office/drawing/2014/main" id="{1D19544A-151A-848B-89EE-25FFB985C34D}"/>
              </a:ext>
            </a:extLst>
          </p:cNvPr>
          <p:cNvSpPr/>
          <p:nvPr/>
        </p:nvSpPr>
        <p:spPr>
          <a:xfrm>
            <a:off x="1097839" y="5782392"/>
            <a:ext cx="5415329" cy="3079072"/>
          </a:xfrm>
          <a:prstGeom prst="roundRect">
            <a:avLst>
              <a:gd name="adj" fmla="val 5484"/>
            </a:avLst>
          </a:prstGeom>
          <a:noFill/>
          <a:ln w="38100">
            <a:solidFill>
              <a:srgbClr val="F683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58000A2-B3C1-DB6D-FC1A-72AAC0DE3893}"/>
              </a:ext>
            </a:extLst>
          </p:cNvPr>
          <p:cNvSpPr txBox="1"/>
          <p:nvPr/>
        </p:nvSpPr>
        <p:spPr>
          <a:xfrm>
            <a:off x="1378583" y="6349213"/>
            <a:ext cx="485906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Dynamically allocates memory for a new structure and initializes it with the provided values. It returns a pointer to the newly created and initialized new structure</a:t>
            </a:r>
            <a:endParaRPr lang="en-US"/>
          </a:p>
        </p:txBody>
      </p:sp>
      <p:pic>
        <p:nvPicPr>
          <p:cNvPr id="5" name="Picture 4" descr="A clipboard with a stethoscope and a pen&#10;&#10;Description automatically generated">
            <a:extLst>
              <a:ext uri="{FF2B5EF4-FFF2-40B4-BE49-F238E27FC236}">
                <a16:creationId xmlns:a16="http://schemas.microsoft.com/office/drawing/2014/main" id="{50663256-4D71-B379-A20D-15DA53772F5F}"/>
              </a:ext>
            </a:extLst>
          </p:cNvPr>
          <p:cNvPicPr>
            <a:picLocks noChangeAspect="1"/>
          </p:cNvPicPr>
          <p:nvPr/>
        </p:nvPicPr>
        <p:blipFill>
          <a:blip r:embed="rId3"/>
          <a:stretch>
            <a:fillRect/>
          </a:stretch>
        </p:blipFill>
        <p:spPr>
          <a:xfrm>
            <a:off x="12372295" y="3781653"/>
            <a:ext cx="4320269" cy="4501697"/>
          </a:xfrm>
          <a:prstGeom prst="rect">
            <a:avLst/>
          </a:prstGeom>
        </p:spPr>
      </p:pic>
    </p:spTree>
    <p:extLst>
      <p:ext uri="{BB962C8B-B14F-4D97-AF65-F5344CB8AC3E}">
        <p14:creationId xmlns:p14="http://schemas.microsoft.com/office/powerpoint/2010/main" val="310360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762"/>
        <p:cNvGrpSpPr/>
        <p:nvPr/>
      </p:nvGrpSpPr>
      <p:grpSpPr>
        <a:xfrm>
          <a:off x="0" y="0"/>
          <a:ext cx="0" cy="0"/>
          <a:chOff x="0" y="0"/>
          <a:chExt cx="0" cy="0"/>
        </a:xfrm>
      </p:grpSpPr>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999777" y="8693803"/>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25" name="Google Shape;825;p15"/>
          <p:cNvGrpSpPr/>
          <p:nvPr/>
        </p:nvGrpSpPr>
        <p:grpSpPr>
          <a:xfrm rot="2821008">
            <a:off x="16959926" y="165868"/>
            <a:ext cx="1057412" cy="1194325"/>
            <a:chOff x="-95788" y="-89271"/>
            <a:chExt cx="1409883" cy="1592433"/>
          </a:xfrm>
        </p:grpSpPr>
        <p:grpSp>
          <p:nvGrpSpPr>
            <p:cNvPr id="826" name="Google Shape;826;p15"/>
            <p:cNvGrpSpPr/>
            <p:nvPr/>
          </p:nvGrpSpPr>
          <p:grpSpPr>
            <a:xfrm rot="-2821008">
              <a:off x="134749" y="283003"/>
              <a:ext cx="943438" cy="1040647"/>
              <a:chOff x="0" y="-47625"/>
              <a:chExt cx="343153" cy="378511"/>
            </a:xfrm>
          </p:grpSpPr>
          <p:sp>
            <p:nvSpPr>
              <p:cNvPr id="827" name="Google Shape;827;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9" name="Google Shape;829;p15"/>
            <p:cNvGrpSpPr/>
            <p:nvPr/>
          </p:nvGrpSpPr>
          <p:grpSpPr>
            <a:xfrm rot="-2821008">
              <a:off x="140122" y="90242"/>
              <a:ext cx="943438" cy="1040647"/>
              <a:chOff x="0" y="-47625"/>
              <a:chExt cx="343153" cy="378511"/>
            </a:xfrm>
          </p:grpSpPr>
          <p:sp>
            <p:nvSpPr>
              <p:cNvPr id="830" name="Google Shape;830;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2" name="Google Shape;832;p15"/>
            <p:cNvGrpSpPr/>
            <p:nvPr/>
          </p:nvGrpSpPr>
          <p:grpSpPr>
            <a:xfrm>
              <a:off x="625032" y="253446"/>
              <a:ext cx="69946" cy="699445"/>
              <a:chOff x="0" y="-47625"/>
              <a:chExt cx="31856" cy="318558"/>
            </a:xfrm>
          </p:grpSpPr>
          <p:sp>
            <p:nvSpPr>
              <p:cNvPr id="833" name="Google Shape;833;p1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5"/>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5" name="Google Shape;835;p15"/>
            <p:cNvGrpSpPr/>
            <p:nvPr/>
          </p:nvGrpSpPr>
          <p:grpSpPr>
            <a:xfrm rot="5400000">
              <a:off x="676029" y="305730"/>
              <a:ext cx="72519" cy="699445"/>
              <a:chOff x="0" y="-47625"/>
              <a:chExt cx="33028" cy="318558"/>
            </a:xfrm>
          </p:grpSpPr>
          <p:sp>
            <p:nvSpPr>
              <p:cNvPr id="836" name="Google Shape;836;p1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8" name="Google Shape;917;p17"/>
          <p:cNvGrpSpPr/>
          <p:nvPr/>
        </p:nvGrpSpPr>
        <p:grpSpPr>
          <a:xfrm>
            <a:off x="980574" y="2223141"/>
            <a:ext cx="2065565" cy="1437158"/>
            <a:chOff x="0" y="-47625"/>
            <a:chExt cx="544017" cy="378511"/>
          </a:xfrm>
        </p:grpSpPr>
        <p:sp>
          <p:nvSpPr>
            <p:cNvPr id="79"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 name="Google Shape;920;p17"/>
          <p:cNvGrpSpPr/>
          <p:nvPr/>
        </p:nvGrpSpPr>
        <p:grpSpPr>
          <a:xfrm>
            <a:off x="1090149" y="2047074"/>
            <a:ext cx="2065565" cy="1437158"/>
            <a:chOff x="0" y="-47625"/>
            <a:chExt cx="544017" cy="378511"/>
          </a:xfrm>
        </p:grpSpPr>
        <p:sp>
          <p:nvSpPr>
            <p:cNvPr id="82"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a:lnSpc>
                <a:spcPct val="120000"/>
              </a:lnSpc>
            </a:pPr>
            <a:r>
              <a:rPr lang="en-US" sz="8000">
                <a:solidFill>
                  <a:srgbClr val="393A3F"/>
                </a:solidFill>
                <a:latin typeface="Anton"/>
              </a:rPr>
              <a:t>Medical Records</a:t>
            </a:r>
          </a:p>
        </p:txBody>
      </p:sp>
      <p:sp>
        <p:nvSpPr>
          <p:cNvPr id="85" name="Google Shape;994;p17"/>
          <p:cNvSpPr txBox="1"/>
          <p:nvPr/>
        </p:nvSpPr>
        <p:spPr>
          <a:xfrm>
            <a:off x="1669853" y="2280269"/>
            <a:ext cx="1485861" cy="1449628"/>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50">
                <a:solidFill>
                  <a:srgbClr val="FFFFFF"/>
                </a:solidFill>
                <a:latin typeface="Anton"/>
                <a:sym typeface="Anton"/>
              </a:rPr>
              <a:t>03</a:t>
            </a:r>
            <a:endParaRPr/>
          </a:p>
        </p:txBody>
      </p:sp>
      <p:sp>
        <p:nvSpPr>
          <p:cNvPr id="86" name="Left Brace 85"/>
          <p:cNvSpPr/>
          <p:nvPr/>
        </p:nvSpPr>
        <p:spPr>
          <a:xfrm>
            <a:off x="984949" y="4474286"/>
            <a:ext cx="446905" cy="934255"/>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Left Brace 86"/>
          <p:cNvSpPr/>
          <p:nvPr/>
        </p:nvSpPr>
        <p:spPr>
          <a:xfrm rot="10800000">
            <a:off x="4838887" y="4470986"/>
            <a:ext cx="416950" cy="918619"/>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TextBox 87"/>
          <p:cNvSpPr txBox="1"/>
          <p:nvPr/>
        </p:nvSpPr>
        <p:spPr>
          <a:xfrm>
            <a:off x="1270635" y="4649914"/>
            <a:ext cx="3770232" cy="584775"/>
          </a:xfrm>
          <a:prstGeom prst="rect">
            <a:avLst/>
          </a:prstGeom>
          <a:noFill/>
        </p:spPr>
        <p:txBody>
          <a:bodyPr wrap="square" lIns="91440" tIns="45720" rIns="91440" bIns="45720" rtlCol="0" anchor="t">
            <a:spAutoFit/>
          </a:bodyPr>
          <a:lstStyle/>
          <a:p>
            <a:r>
              <a:rPr lang="en-US" sz="3200" spc="150" err="1">
                <a:solidFill>
                  <a:srgbClr val="393A3F"/>
                </a:solidFill>
                <a:latin typeface="Anton"/>
              </a:rPr>
              <a:t>addReport</a:t>
            </a:r>
            <a:r>
              <a:rPr lang="en-US" sz="3200" spc="150">
                <a:solidFill>
                  <a:srgbClr val="393A3F"/>
                </a:solidFill>
                <a:latin typeface="Anton"/>
              </a:rPr>
              <a:t> Function</a:t>
            </a:r>
          </a:p>
        </p:txBody>
      </p:sp>
      <p:sp>
        <p:nvSpPr>
          <p:cNvPr id="95" name="TextBox 94"/>
          <p:cNvSpPr txBox="1"/>
          <p:nvPr/>
        </p:nvSpPr>
        <p:spPr>
          <a:xfrm>
            <a:off x="15205632" y="6650146"/>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7" name="TextBox 96"/>
          <p:cNvSpPr txBox="1"/>
          <p:nvPr/>
        </p:nvSpPr>
        <p:spPr>
          <a:xfrm>
            <a:off x="9583110" y="665052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14" name="Rounded Rectangle 3">
            <a:extLst>
              <a:ext uri="{FF2B5EF4-FFF2-40B4-BE49-F238E27FC236}">
                <a16:creationId xmlns:a16="http://schemas.microsoft.com/office/drawing/2014/main" id="{D2216275-F103-EB7B-DFAC-63B6C0359A45}"/>
              </a:ext>
            </a:extLst>
          </p:cNvPr>
          <p:cNvSpPr/>
          <p:nvPr/>
        </p:nvSpPr>
        <p:spPr>
          <a:xfrm>
            <a:off x="1097839" y="5782392"/>
            <a:ext cx="5415329" cy="3079072"/>
          </a:xfrm>
          <a:prstGeom prst="roundRect">
            <a:avLst>
              <a:gd name="adj" fmla="val 5484"/>
            </a:avLst>
          </a:prstGeom>
          <a:noFill/>
          <a:ln w="38100">
            <a:solidFill>
              <a:srgbClr val="F683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F4801A8-859A-2A18-80AB-B4683FF8A371}"/>
              </a:ext>
            </a:extLst>
          </p:cNvPr>
          <p:cNvSpPr txBox="1"/>
          <p:nvPr/>
        </p:nvSpPr>
        <p:spPr>
          <a:xfrm>
            <a:off x="1496683" y="6165730"/>
            <a:ext cx="461944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 At first, inserts a new Medical Report at the beginning of a linked </a:t>
            </a:r>
            <a:r>
              <a:rPr lang="en-US" sz="2400" err="1"/>
              <a:t>list.This</a:t>
            </a:r>
            <a:r>
              <a:rPr lang="en-US" sz="2400"/>
              <a:t> function effectively adds new Report to the start of the list, preserving existing elements in the list.</a:t>
            </a:r>
          </a:p>
        </p:txBody>
      </p:sp>
      <p:pic>
        <p:nvPicPr>
          <p:cNvPr id="5" name="Picture 4" descr="A diagram of a medical report&#10;&#10;Description automatically generated">
            <a:extLst>
              <a:ext uri="{FF2B5EF4-FFF2-40B4-BE49-F238E27FC236}">
                <a16:creationId xmlns:a16="http://schemas.microsoft.com/office/drawing/2014/main" id="{613413F2-799E-48E0-0A06-580954ADAE1E}"/>
              </a:ext>
            </a:extLst>
          </p:cNvPr>
          <p:cNvPicPr>
            <a:picLocks noChangeAspect="1"/>
          </p:cNvPicPr>
          <p:nvPr/>
        </p:nvPicPr>
        <p:blipFill>
          <a:blip r:embed="rId3"/>
          <a:stretch>
            <a:fillRect/>
          </a:stretch>
        </p:blipFill>
        <p:spPr>
          <a:xfrm>
            <a:off x="12007759" y="3762829"/>
            <a:ext cx="4668340" cy="4793343"/>
          </a:xfrm>
          <a:prstGeom prst="rect">
            <a:avLst/>
          </a:prstGeom>
        </p:spPr>
      </p:pic>
    </p:spTree>
    <p:extLst>
      <p:ext uri="{BB962C8B-B14F-4D97-AF65-F5344CB8AC3E}">
        <p14:creationId xmlns:p14="http://schemas.microsoft.com/office/powerpoint/2010/main" val="1164706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762"/>
        <p:cNvGrpSpPr/>
        <p:nvPr/>
      </p:nvGrpSpPr>
      <p:grpSpPr>
        <a:xfrm>
          <a:off x="0" y="0"/>
          <a:ext cx="0" cy="0"/>
          <a:chOff x="0" y="0"/>
          <a:chExt cx="0" cy="0"/>
        </a:xfrm>
      </p:grpSpPr>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999777" y="8693803"/>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25" name="Google Shape;825;p15"/>
          <p:cNvGrpSpPr/>
          <p:nvPr/>
        </p:nvGrpSpPr>
        <p:grpSpPr>
          <a:xfrm rot="2821008">
            <a:off x="16959926" y="165868"/>
            <a:ext cx="1057412" cy="1194325"/>
            <a:chOff x="-95788" y="-89271"/>
            <a:chExt cx="1409883" cy="1592433"/>
          </a:xfrm>
        </p:grpSpPr>
        <p:grpSp>
          <p:nvGrpSpPr>
            <p:cNvPr id="826" name="Google Shape;826;p15"/>
            <p:cNvGrpSpPr/>
            <p:nvPr/>
          </p:nvGrpSpPr>
          <p:grpSpPr>
            <a:xfrm rot="-2821008">
              <a:off x="134749" y="283003"/>
              <a:ext cx="943438" cy="1040647"/>
              <a:chOff x="0" y="-47625"/>
              <a:chExt cx="343153" cy="378511"/>
            </a:xfrm>
          </p:grpSpPr>
          <p:sp>
            <p:nvSpPr>
              <p:cNvPr id="827" name="Google Shape;827;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9" name="Google Shape;829;p15"/>
            <p:cNvGrpSpPr/>
            <p:nvPr/>
          </p:nvGrpSpPr>
          <p:grpSpPr>
            <a:xfrm rot="-2821008">
              <a:off x="140122" y="90242"/>
              <a:ext cx="943438" cy="1040647"/>
              <a:chOff x="0" y="-47625"/>
              <a:chExt cx="343153" cy="378511"/>
            </a:xfrm>
          </p:grpSpPr>
          <p:sp>
            <p:nvSpPr>
              <p:cNvPr id="830" name="Google Shape;830;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2" name="Google Shape;832;p15"/>
            <p:cNvGrpSpPr/>
            <p:nvPr/>
          </p:nvGrpSpPr>
          <p:grpSpPr>
            <a:xfrm>
              <a:off x="625032" y="253446"/>
              <a:ext cx="69946" cy="699445"/>
              <a:chOff x="0" y="-47625"/>
              <a:chExt cx="31856" cy="318558"/>
            </a:xfrm>
          </p:grpSpPr>
          <p:sp>
            <p:nvSpPr>
              <p:cNvPr id="833" name="Google Shape;833;p1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5"/>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5" name="Google Shape;835;p15"/>
            <p:cNvGrpSpPr/>
            <p:nvPr/>
          </p:nvGrpSpPr>
          <p:grpSpPr>
            <a:xfrm rot="5400000">
              <a:off x="676029" y="305730"/>
              <a:ext cx="72519" cy="699445"/>
              <a:chOff x="0" y="-47625"/>
              <a:chExt cx="33028" cy="318558"/>
            </a:xfrm>
          </p:grpSpPr>
          <p:sp>
            <p:nvSpPr>
              <p:cNvPr id="836" name="Google Shape;836;p1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8" name="Google Shape;917;p17"/>
          <p:cNvGrpSpPr/>
          <p:nvPr/>
        </p:nvGrpSpPr>
        <p:grpSpPr>
          <a:xfrm>
            <a:off x="980574" y="2223141"/>
            <a:ext cx="2065565" cy="1437158"/>
            <a:chOff x="0" y="-47625"/>
            <a:chExt cx="544017" cy="378511"/>
          </a:xfrm>
        </p:grpSpPr>
        <p:sp>
          <p:nvSpPr>
            <p:cNvPr id="79"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 name="Google Shape;920;p17"/>
          <p:cNvGrpSpPr/>
          <p:nvPr/>
        </p:nvGrpSpPr>
        <p:grpSpPr>
          <a:xfrm>
            <a:off x="1090149" y="2047074"/>
            <a:ext cx="2065565" cy="1437158"/>
            <a:chOff x="0" y="-47625"/>
            <a:chExt cx="544017" cy="378511"/>
          </a:xfrm>
        </p:grpSpPr>
        <p:sp>
          <p:nvSpPr>
            <p:cNvPr id="82"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a:lnSpc>
                <a:spcPct val="120000"/>
              </a:lnSpc>
            </a:pPr>
            <a:r>
              <a:rPr lang="en-US" sz="8000">
                <a:solidFill>
                  <a:srgbClr val="393A3F"/>
                </a:solidFill>
                <a:latin typeface="Anton"/>
              </a:rPr>
              <a:t>Medical Records</a:t>
            </a:r>
          </a:p>
        </p:txBody>
      </p:sp>
      <p:sp>
        <p:nvSpPr>
          <p:cNvPr id="85" name="Google Shape;994;p17"/>
          <p:cNvSpPr txBox="1"/>
          <p:nvPr/>
        </p:nvSpPr>
        <p:spPr>
          <a:xfrm>
            <a:off x="1669853" y="2280269"/>
            <a:ext cx="1485861" cy="1449628"/>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50">
                <a:solidFill>
                  <a:srgbClr val="FFFFFF"/>
                </a:solidFill>
                <a:latin typeface="Anton"/>
                <a:sym typeface="Anton"/>
              </a:rPr>
              <a:t>03</a:t>
            </a:r>
            <a:endParaRPr/>
          </a:p>
        </p:txBody>
      </p:sp>
      <p:sp>
        <p:nvSpPr>
          <p:cNvPr id="86" name="Left Brace 85"/>
          <p:cNvSpPr/>
          <p:nvPr/>
        </p:nvSpPr>
        <p:spPr>
          <a:xfrm>
            <a:off x="1480968" y="4172362"/>
            <a:ext cx="360641" cy="1085217"/>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Left Brace 86"/>
          <p:cNvSpPr/>
          <p:nvPr/>
        </p:nvSpPr>
        <p:spPr>
          <a:xfrm rot="10800000">
            <a:off x="7318981" y="4190628"/>
            <a:ext cx="373818" cy="1069581"/>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TextBox 87"/>
          <p:cNvSpPr txBox="1"/>
          <p:nvPr/>
        </p:nvSpPr>
        <p:spPr>
          <a:xfrm>
            <a:off x="1658823" y="4434254"/>
            <a:ext cx="6228760" cy="602765"/>
          </a:xfrm>
          <a:prstGeom prst="rect">
            <a:avLst/>
          </a:prstGeom>
          <a:noFill/>
        </p:spPr>
        <p:txBody>
          <a:bodyPr wrap="square" lIns="91440" tIns="45720" rIns="91440" bIns="45720" rtlCol="0" anchor="t">
            <a:spAutoFit/>
          </a:bodyPr>
          <a:lstStyle/>
          <a:p>
            <a:r>
              <a:rPr lang="en-US" sz="3200" spc="150" err="1">
                <a:solidFill>
                  <a:srgbClr val="393A3F"/>
                </a:solidFill>
                <a:latin typeface="Anton"/>
              </a:rPr>
              <a:t>SearchBypatient</a:t>
            </a:r>
            <a:r>
              <a:rPr lang="en-US" sz="3200" spc="150">
                <a:solidFill>
                  <a:srgbClr val="393A3F"/>
                </a:solidFill>
                <a:latin typeface="Anton"/>
              </a:rPr>
              <a:t> Name Function</a:t>
            </a:r>
          </a:p>
        </p:txBody>
      </p:sp>
      <p:sp>
        <p:nvSpPr>
          <p:cNvPr id="95" name="TextBox 94"/>
          <p:cNvSpPr txBox="1"/>
          <p:nvPr/>
        </p:nvSpPr>
        <p:spPr>
          <a:xfrm>
            <a:off x="15205632" y="6650146"/>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97" name="TextBox 96"/>
          <p:cNvSpPr txBox="1"/>
          <p:nvPr/>
        </p:nvSpPr>
        <p:spPr>
          <a:xfrm>
            <a:off x="9583110" y="6650525"/>
            <a:ext cx="964751" cy="523220"/>
          </a:xfrm>
          <a:prstGeom prst="rect">
            <a:avLst/>
          </a:prstGeom>
          <a:noFill/>
        </p:spPr>
        <p:txBody>
          <a:bodyPr wrap="square" rtlCol="0">
            <a:spAutoFit/>
          </a:bodyPr>
          <a:lstStyle/>
          <a:p>
            <a:r>
              <a:rPr lang="en-US" sz="2800">
                <a:solidFill>
                  <a:schemeClr val="bg1"/>
                </a:solidFill>
                <a:latin typeface="Anton" panose="020B0604020202020204" charset="0"/>
              </a:rPr>
              <a:t>Node</a:t>
            </a:r>
          </a:p>
        </p:txBody>
      </p:sp>
      <p:sp>
        <p:nvSpPr>
          <p:cNvPr id="14" name="Rounded Rectangle 3">
            <a:extLst>
              <a:ext uri="{FF2B5EF4-FFF2-40B4-BE49-F238E27FC236}">
                <a16:creationId xmlns:a16="http://schemas.microsoft.com/office/drawing/2014/main" id="{D2216275-F103-EB7B-DFAC-63B6C0359A45}"/>
              </a:ext>
            </a:extLst>
          </p:cNvPr>
          <p:cNvSpPr/>
          <p:nvPr/>
        </p:nvSpPr>
        <p:spPr>
          <a:xfrm>
            <a:off x="1658556" y="5480468"/>
            <a:ext cx="6838687" cy="3208468"/>
          </a:xfrm>
          <a:prstGeom prst="roundRect">
            <a:avLst>
              <a:gd name="adj" fmla="val 5484"/>
            </a:avLst>
          </a:prstGeom>
          <a:noFill/>
          <a:ln w="38100">
            <a:solidFill>
              <a:srgbClr val="F683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36739F4-3BB6-6C71-D4BA-B6A8F334B98E}"/>
              </a:ext>
            </a:extLst>
          </p:cNvPr>
          <p:cNvSpPr txBox="1"/>
          <p:nvPr/>
        </p:nvSpPr>
        <p:spPr>
          <a:xfrm>
            <a:off x="1906438" y="5561882"/>
            <a:ext cx="632316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initializes a pointer to traverse the linked list to check if any matches are found and then comparing the </a:t>
            </a:r>
            <a:r>
              <a:rPr lang="en-US" sz="2400" err="1"/>
              <a:t>patientName</a:t>
            </a:r>
            <a:r>
              <a:rPr lang="en-US" sz="2400"/>
              <a:t> field with the specified </a:t>
            </a:r>
            <a:r>
              <a:rPr lang="en-US" sz="2400" err="1"/>
              <a:t>name.If</a:t>
            </a:r>
            <a:r>
              <a:rPr lang="en-US" sz="2400"/>
              <a:t> a match is found, it prints the report’s date, type, and details.</a:t>
            </a:r>
            <a:br>
              <a:rPr lang="en-US" sz="2400"/>
            </a:br>
            <a:r>
              <a:rPr lang="en-US" sz="2400"/>
              <a:t>If no match is found by the end of the list, it prints a message stating no records were found.</a:t>
            </a:r>
          </a:p>
        </p:txBody>
      </p:sp>
      <p:pic>
        <p:nvPicPr>
          <p:cNvPr id="9" name="Graphic 8" descr="Magnifying glass with solid fill">
            <a:extLst>
              <a:ext uri="{FF2B5EF4-FFF2-40B4-BE49-F238E27FC236}">
                <a16:creationId xmlns:a16="http://schemas.microsoft.com/office/drawing/2014/main" id="{B588A8B2-D38B-A0AC-EE9B-1E77279FBD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5433" y="2773427"/>
            <a:ext cx="5734921" cy="6268251"/>
          </a:xfrm>
          <a:prstGeom prst="rect">
            <a:avLst/>
          </a:prstGeom>
        </p:spPr>
      </p:pic>
      <p:sp>
        <p:nvSpPr>
          <p:cNvPr id="15" name="TextBox 14">
            <a:extLst>
              <a:ext uri="{FF2B5EF4-FFF2-40B4-BE49-F238E27FC236}">
                <a16:creationId xmlns:a16="http://schemas.microsoft.com/office/drawing/2014/main" id="{15A4C824-C3D4-C65B-DEB5-5816B976446F}"/>
              </a:ext>
            </a:extLst>
          </p:cNvPr>
          <p:cNvSpPr txBox="1"/>
          <p:nvPr/>
        </p:nvSpPr>
        <p:spPr>
          <a:xfrm>
            <a:off x="12482627" y="4431821"/>
            <a:ext cx="260178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i="1">
                <a:latin typeface="Anton"/>
              </a:rPr>
              <a:t>PATIENT NAME</a:t>
            </a:r>
          </a:p>
        </p:txBody>
      </p:sp>
    </p:spTree>
    <p:extLst>
      <p:ext uri="{BB962C8B-B14F-4D97-AF65-F5344CB8AC3E}">
        <p14:creationId xmlns:p14="http://schemas.microsoft.com/office/powerpoint/2010/main" val="2371254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762"/>
        <p:cNvGrpSpPr/>
        <p:nvPr/>
      </p:nvGrpSpPr>
      <p:grpSpPr>
        <a:xfrm>
          <a:off x="0" y="0"/>
          <a:ext cx="0" cy="0"/>
          <a:chOff x="0" y="0"/>
          <a:chExt cx="0" cy="0"/>
        </a:xfrm>
      </p:grpSpPr>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999777" y="8693803"/>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25" name="Google Shape;825;p15"/>
          <p:cNvGrpSpPr/>
          <p:nvPr/>
        </p:nvGrpSpPr>
        <p:grpSpPr>
          <a:xfrm rot="2821008">
            <a:off x="16959926" y="165868"/>
            <a:ext cx="1057412" cy="1194325"/>
            <a:chOff x="-95788" y="-89271"/>
            <a:chExt cx="1409883" cy="1592433"/>
          </a:xfrm>
        </p:grpSpPr>
        <p:grpSp>
          <p:nvGrpSpPr>
            <p:cNvPr id="826" name="Google Shape;826;p15"/>
            <p:cNvGrpSpPr/>
            <p:nvPr/>
          </p:nvGrpSpPr>
          <p:grpSpPr>
            <a:xfrm rot="-2821008">
              <a:off x="134749" y="283003"/>
              <a:ext cx="943438" cy="1040647"/>
              <a:chOff x="0" y="-47625"/>
              <a:chExt cx="343153" cy="378511"/>
            </a:xfrm>
          </p:grpSpPr>
          <p:sp>
            <p:nvSpPr>
              <p:cNvPr id="827" name="Google Shape;827;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9" name="Google Shape;829;p15"/>
            <p:cNvGrpSpPr/>
            <p:nvPr/>
          </p:nvGrpSpPr>
          <p:grpSpPr>
            <a:xfrm rot="-2821008">
              <a:off x="140122" y="90242"/>
              <a:ext cx="943438" cy="1040647"/>
              <a:chOff x="0" y="-47625"/>
              <a:chExt cx="343153" cy="378511"/>
            </a:xfrm>
          </p:grpSpPr>
          <p:sp>
            <p:nvSpPr>
              <p:cNvPr id="830" name="Google Shape;830;p1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2" name="Google Shape;832;p15"/>
            <p:cNvGrpSpPr/>
            <p:nvPr/>
          </p:nvGrpSpPr>
          <p:grpSpPr>
            <a:xfrm>
              <a:off x="625032" y="253446"/>
              <a:ext cx="69946" cy="699445"/>
              <a:chOff x="0" y="-47625"/>
              <a:chExt cx="31856" cy="318558"/>
            </a:xfrm>
          </p:grpSpPr>
          <p:sp>
            <p:nvSpPr>
              <p:cNvPr id="833" name="Google Shape;833;p1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5"/>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35" name="Google Shape;835;p15"/>
            <p:cNvGrpSpPr/>
            <p:nvPr/>
          </p:nvGrpSpPr>
          <p:grpSpPr>
            <a:xfrm rot="5400000">
              <a:off x="676029" y="305730"/>
              <a:ext cx="72519" cy="699445"/>
              <a:chOff x="0" y="-47625"/>
              <a:chExt cx="33028" cy="318558"/>
            </a:xfrm>
          </p:grpSpPr>
          <p:sp>
            <p:nvSpPr>
              <p:cNvPr id="836" name="Google Shape;836;p1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8" name="Google Shape;917;p17"/>
          <p:cNvGrpSpPr/>
          <p:nvPr/>
        </p:nvGrpSpPr>
        <p:grpSpPr>
          <a:xfrm>
            <a:off x="980574" y="2223141"/>
            <a:ext cx="2065565" cy="1437158"/>
            <a:chOff x="0" y="-47625"/>
            <a:chExt cx="544017" cy="378511"/>
          </a:xfrm>
        </p:grpSpPr>
        <p:sp>
          <p:nvSpPr>
            <p:cNvPr id="79" name="Google Shape;918;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19;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 name="Google Shape;920;p17"/>
          <p:cNvGrpSpPr/>
          <p:nvPr/>
        </p:nvGrpSpPr>
        <p:grpSpPr>
          <a:xfrm>
            <a:off x="1090149" y="2047074"/>
            <a:ext cx="2065565" cy="1437158"/>
            <a:chOff x="0" y="-47625"/>
            <a:chExt cx="544017" cy="378511"/>
          </a:xfrm>
        </p:grpSpPr>
        <p:sp>
          <p:nvSpPr>
            <p:cNvPr id="82" name="Google Shape;921;p17"/>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22;p17"/>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993;p17"/>
          <p:cNvSpPr txBox="1"/>
          <p:nvPr/>
        </p:nvSpPr>
        <p:spPr>
          <a:xfrm>
            <a:off x="3456092" y="2244044"/>
            <a:ext cx="12890814" cy="1477328"/>
          </a:xfrm>
          <a:prstGeom prst="rect">
            <a:avLst/>
          </a:prstGeom>
          <a:noFill/>
          <a:ln>
            <a:noFill/>
          </a:ln>
        </p:spPr>
        <p:txBody>
          <a:bodyPr spcFirstLastPara="1" wrap="square" lIns="0" tIns="0" rIns="0" bIns="0" anchor="t" anchorCtr="0">
            <a:spAutoFit/>
          </a:bodyPr>
          <a:lstStyle/>
          <a:p>
            <a:pPr>
              <a:lnSpc>
                <a:spcPct val="120000"/>
              </a:lnSpc>
            </a:pPr>
            <a:r>
              <a:rPr lang="en-US" sz="8000">
                <a:solidFill>
                  <a:srgbClr val="393A3F"/>
                </a:solidFill>
                <a:latin typeface="Anton"/>
              </a:rPr>
              <a:t>Medical Records</a:t>
            </a:r>
          </a:p>
        </p:txBody>
      </p:sp>
      <p:sp>
        <p:nvSpPr>
          <p:cNvPr id="85" name="Google Shape;994;p17"/>
          <p:cNvSpPr txBox="1"/>
          <p:nvPr/>
        </p:nvSpPr>
        <p:spPr>
          <a:xfrm>
            <a:off x="1669853" y="2280269"/>
            <a:ext cx="1485861" cy="1449628"/>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50">
                <a:solidFill>
                  <a:srgbClr val="FFFFFF"/>
                </a:solidFill>
                <a:latin typeface="Anton"/>
                <a:sym typeface="Anton"/>
              </a:rPr>
              <a:t>03</a:t>
            </a:r>
            <a:endParaRPr/>
          </a:p>
        </p:txBody>
      </p:sp>
      <p:sp>
        <p:nvSpPr>
          <p:cNvPr id="88" name="TextBox 87"/>
          <p:cNvSpPr txBox="1"/>
          <p:nvPr/>
        </p:nvSpPr>
        <p:spPr>
          <a:xfrm>
            <a:off x="1464729" y="4434254"/>
            <a:ext cx="4805401" cy="584775"/>
          </a:xfrm>
          <a:prstGeom prst="rect">
            <a:avLst/>
          </a:prstGeom>
          <a:noFill/>
        </p:spPr>
        <p:txBody>
          <a:bodyPr wrap="square" lIns="91440" tIns="45720" rIns="91440" bIns="45720" rtlCol="0" anchor="t">
            <a:spAutoFit/>
          </a:bodyPr>
          <a:lstStyle/>
          <a:p>
            <a:r>
              <a:rPr lang="en-US" sz="3200" spc="150" err="1">
                <a:solidFill>
                  <a:srgbClr val="393A3F"/>
                </a:solidFill>
                <a:latin typeface="Anton"/>
              </a:rPr>
              <a:t>displayReports</a:t>
            </a:r>
            <a:r>
              <a:rPr lang="en-US" sz="3200" spc="150">
                <a:solidFill>
                  <a:srgbClr val="393A3F"/>
                </a:solidFill>
                <a:latin typeface="Anton"/>
              </a:rPr>
              <a:t> Function</a:t>
            </a:r>
          </a:p>
        </p:txBody>
      </p:sp>
      <p:sp>
        <p:nvSpPr>
          <p:cNvPr id="14" name="Rounded Rectangle 3">
            <a:extLst>
              <a:ext uri="{FF2B5EF4-FFF2-40B4-BE49-F238E27FC236}">
                <a16:creationId xmlns:a16="http://schemas.microsoft.com/office/drawing/2014/main" id="{D2216275-F103-EB7B-DFAC-63B6C0359A45}"/>
              </a:ext>
            </a:extLst>
          </p:cNvPr>
          <p:cNvSpPr/>
          <p:nvPr/>
        </p:nvSpPr>
        <p:spPr>
          <a:xfrm>
            <a:off x="1076273" y="5782392"/>
            <a:ext cx="5523159" cy="3467260"/>
          </a:xfrm>
          <a:prstGeom prst="roundRect">
            <a:avLst>
              <a:gd name="adj" fmla="val 5484"/>
            </a:avLst>
          </a:prstGeom>
          <a:noFill/>
          <a:ln w="38100">
            <a:solidFill>
              <a:srgbClr val="F683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e 9">
            <a:extLst>
              <a:ext uri="{FF2B5EF4-FFF2-40B4-BE49-F238E27FC236}">
                <a16:creationId xmlns:a16="http://schemas.microsoft.com/office/drawing/2014/main" id="{14607573-F63F-C704-D75C-BC348A043B79}"/>
              </a:ext>
            </a:extLst>
          </p:cNvPr>
          <p:cNvSpPr/>
          <p:nvPr/>
        </p:nvSpPr>
        <p:spPr>
          <a:xfrm flipH="1">
            <a:off x="5906281" y="4253628"/>
            <a:ext cx="378127" cy="945827"/>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5DF052E6-62E8-C4A8-1E0C-F895A5BDB5BE}"/>
              </a:ext>
            </a:extLst>
          </p:cNvPr>
          <p:cNvSpPr/>
          <p:nvPr/>
        </p:nvSpPr>
        <p:spPr>
          <a:xfrm>
            <a:off x="1283981" y="4296760"/>
            <a:ext cx="346702" cy="904010"/>
          </a:xfrm>
          <a:prstGeom prst="leftBrace">
            <a:avLst/>
          </a:prstGeom>
          <a:noFill/>
          <a:ln w="76200">
            <a:solidFill>
              <a:srgbClr val="F683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9FDAAB92-C4DC-83C4-0A7F-CEF5C7A7879C}"/>
              </a:ext>
            </a:extLst>
          </p:cNvPr>
          <p:cNvSpPr txBox="1"/>
          <p:nvPr/>
        </p:nvSpPr>
        <p:spPr>
          <a:xfrm>
            <a:off x="1281023" y="6014768"/>
            <a:ext cx="5007633"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displays all medical reports in a linked </a:t>
            </a:r>
            <a:r>
              <a:rPr lang="en-US" sz="2400" err="1"/>
              <a:t>list.If</a:t>
            </a:r>
            <a:r>
              <a:rPr lang="en-US" sz="2400"/>
              <a:t> the list is empty, it prints "No reports available."</a:t>
            </a:r>
            <a:br>
              <a:rPr lang="en-US" sz="2400"/>
            </a:br>
            <a:r>
              <a:rPr lang="en-US" sz="2400"/>
              <a:t>If the list has reports, it iterates through each node and prints </a:t>
            </a:r>
            <a:r>
              <a:rPr lang="en-US" sz="2400" err="1"/>
              <a:t>details.This</a:t>
            </a:r>
            <a:r>
              <a:rPr lang="en-US" sz="2400"/>
              <a:t> function provides a full display of all reports in the list, one by one.</a:t>
            </a:r>
          </a:p>
        </p:txBody>
      </p:sp>
      <p:pic>
        <p:nvPicPr>
          <p:cNvPr id="11" name="Picture 10">
            <a:extLst>
              <a:ext uri="{FF2B5EF4-FFF2-40B4-BE49-F238E27FC236}">
                <a16:creationId xmlns:a16="http://schemas.microsoft.com/office/drawing/2014/main" id="{B95397A7-5B25-6266-EF9F-6E4DDCA47D8D}"/>
              </a:ext>
            </a:extLst>
          </p:cNvPr>
          <p:cNvPicPr>
            <a:picLocks noChangeAspect="1"/>
          </p:cNvPicPr>
          <p:nvPr/>
        </p:nvPicPr>
        <p:blipFill>
          <a:blip r:embed="rId3"/>
          <a:stretch>
            <a:fillRect/>
          </a:stretch>
        </p:blipFill>
        <p:spPr>
          <a:xfrm>
            <a:off x="10863516" y="2946400"/>
            <a:ext cx="5505397" cy="5500915"/>
          </a:xfrm>
          <a:prstGeom prst="ellipse">
            <a:avLst/>
          </a:prstGeom>
          <a:ln>
            <a:noFill/>
          </a:ln>
          <a:effectLst>
            <a:softEdge rad="112500"/>
          </a:effectLst>
        </p:spPr>
      </p:pic>
    </p:spTree>
    <p:extLst>
      <p:ext uri="{BB962C8B-B14F-4D97-AF65-F5344CB8AC3E}">
        <p14:creationId xmlns:p14="http://schemas.microsoft.com/office/powerpoint/2010/main" val="2921689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2C8EE-83CC-244B-F5A8-AD03FE070042}"/>
              </a:ext>
            </a:extLst>
          </p:cNvPr>
          <p:cNvSpPr>
            <a:spLocks noGrp="1"/>
          </p:cNvSpPr>
          <p:nvPr>
            <p:ph type="ctrTitle"/>
          </p:nvPr>
        </p:nvSpPr>
        <p:spPr>
          <a:xfrm>
            <a:off x="3053679" y="2189434"/>
            <a:ext cx="16557000" cy="1470000"/>
          </a:xfrm>
        </p:spPr>
        <p:txBody>
          <a:bodyPr/>
          <a:lstStyle/>
          <a:p>
            <a:r>
              <a:rPr lang="en-US" sz="8900"/>
              <a:t>Billing Records</a:t>
            </a:r>
            <a:endParaRPr lang="en-US"/>
          </a:p>
        </p:txBody>
      </p:sp>
      <p:grpSp>
        <p:nvGrpSpPr>
          <p:cNvPr id="11" name="Google Shape;917;p17">
            <a:extLst>
              <a:ext uri="{FF2B5EF4-FFF2-40B4-BE49-F238E27FC236}">
                <a16:creationId xmlns:a16="http://schemas.microsoft.com/office/drawing/2014/main" id="{91A051A8-0C3F-DCD8-A2BB-F71C10D55F34}"/>
              </a:ext>
            </a:extLst>
          </p:cNvPr>
          <p:cNvGrpSpPr/>
          <p:nvPr/>
        </p:nvGrpSpPr>
        <p:grpSpPr>
          <a:xfrm>
            <a:off x="980574" y="2223141"/>
            <a:ext cx="2065565" cy="1437158"/>
            <a:chOff x="0" y="-47625"/>
            <a:chExt cx="544017" cy="378511"/>
          </a:xfrm>
        </p:grpSpPr>
        <p:sp>
          <p:nvSpPr>
            <p:cNvPr id="9" name="Google Shape;918;p17">
              <a:extLst>
                <a:ext uri="{FF2B5EF4-FFF2-40B4-BE49-F238E27FC236}">
                  <a16:creationId xmlns:a16="http://schemas.microsoft.com/office/drawing/2014/main" id="{24F00352-B87A-E86F-9359-102CF0648DF0}"/>
                </a:ext>
              </a:extLst>
            </p:cNvPr>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19;p17">
              <a:extLst>
                <a:ext uri="{FF2B5EF4-FFF2-40B4-BE49-F238E27FC236}">
                  <a16:creationId xmlns:a16="http://schemas.microsoft.com/office/drawing/2014/main" id="{69CF10D8-DF01-C1A0-399C-ADD34E46BFB2}"/>
                </a:ext>
              </a:extLst>
            </p:cNvPr>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 name="Google Shape;920;p17">
            <a:extLst>
              <a:ext uri="{FF2B5EF4-FFF2-40B4-BE49-F238E27FC236}">
                <a16:creationId xmlns:a16="http://schemas.microsoft.com/office/drawing/2014/main" id="{2355EB6A-8ED6-66F8-F01A-E9F967DAA5B7}"/>
              </a:ext>
            </a:extLst>
          </p:cNvPr>
          <p:cNvGrpSpPr/>
          <p:nvPr/>
        </p:nvGrpSpPr>
        <p:grpSpPr>
          <a:xfrm>
            <a:off x="992576" y="2061013"/>
            <a:ext cx="2065565" cy="1437158"/>
            <a:chOff x="0" y="-47625"/>
            <a:chExt cx="544017" cy="378511"/>
          </a:xfrm>
        </p:grpSpPr>
        <p:sp>
          <p:nvSpPr>
            <p:cNvPr id="25" name="Google Shape;921;p17">
              <a:extLst>
                <a:ext uri="{FF2B5EF4-FFF2-40B4-BE49-F238E27FC236}">
                  <a16:creationId xmlns:a16="http://schemas.microsoft.com/office/drawing/2014/main" id="{5C563FE2-02B0-718D-8B1A-3E41BC8DB8EF}"/>
                </a:ext>
              </a:extLst>
            </p:cNvPr>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22;p17">
              <a:extLst>
                <a:ext uri="{FF2B5EF4-FFF2-40B4-BE49-F238E27FC236}">
                  <a16:creationId xmlns:a16="http://schemas.microsoft.com/office/drawing/2014/main" id="{D4E6DB87-79AF-F863-F0FD-D761A5643153}"/>
                </a:ext>
              </a:extLst>
            </p:cNvPr>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5" name="Picture 4" descr="A hand holding a pen and a clipboard with money and coins&#10;&#10;Description automatically generated">
            <a:extLst>
              <a:ext uri="{FF2B5EF4-FFF2-40B4-BE49-F238E27FC236}">
                <a16:creationId xmlns:a16="http://schemas.microsoft.com/office/drawing/2014/main" id="{37AB308F-42D6-FED9-A433-C23869449836}"/>
              </a:ext>
            </a:extLst>
          </p:cNvPr>
          <p:cNvPicPr>
            <a:picLocks noChangeAspect="1"/>
          </p:cNvPicPr>
          <p:nvPr/>
        </p:nvPicPr>
        <p:blipFill>
          <a:blip r:embed="rId2"/>
          <a:stretch>
            <a:fillRect/>
          </a:stretch>
        </p:blipFill>
        <p:spPr>
          <a:xfrm>
            <a:off x="10369032" y="3576404"/>
            <a:ext cx="7722452" cy="4956486"/>
          </a:xfrm>
          <a:prstGeom prst="rect">
            <a:avLst/>
          </a:prstGeom>
        </p:spPr>
      </p:pic>
      <p:pic>
        <p:nvPicPr>
          <p:cNvPr id="6" name="Picture 5" descr="A black rectangle with orange lines&#10;&#10;Description automatically generated">
            <a:extLst>
              <a:ext uri="{FF2B5EF4-FFF2-40B4-BE49-F238E27FC236}">
                <a16:creationId xmlns:a16="http://schemas.microsoft.com/office/drawing/2014/main" id="{4378E325-16E7-1BC6-A530-0F790185B41C}"/>
              </a:ext>
            </a:extLst>
          </p:cNvPr>
          <p:cNvPicPr>
            <a:picLocks noChangeAspect="1"/>
          </p:cNvPicPr>
          <p:nvPr/>
        </p:nvPicPr>
        <p:blipFill>
          <a:blip r:embed="rId3"/>
          <a:stretch>
            <a:fillRect/>
          </a:stretch>
        </p:blipFill>
        <p:spPr>
          <a:xfrm>
            <a:off x="2788803" y="4854219"/>
            <a:ext cx="6790397" cy="3064729"/>
          </a:xfrm>
          <a:prstGeom prst="rect">
            <a:avLst/>
          </a:prstGeom>
        </p:spPr>
      </p:pic>
      <p:sp>
        <p:nvSpPr>
          <p:cNvPr id="7" name="TextBox 6">
            <a:extLst>
              <a:ext uri="{FF2B5EF4-FFF2-40B4-BE49-F238E27FC236}">
                <a16:creationId xmlns:a16="http://schemas.microsoft.com/office/drawing/2014/main" id="{924C7FD9-B9C1-35C6-8E6B-48FB200044C8}"/>
              </a:ext>
            </a:extLst>
          </p:cNvPr>
          <p:cNvSpPr txBox="1"/>
          <p:nvPr/>
        </p:nvSpPr>
        <p:spPr>
          <a:xfrm>
            <a:off x="3216384" y="5139969"/>
            <a:ext cx="5949174"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tx1"/>
                </a:solidFill>
              </a:rPr>
              <a:t>This part  of this system handle payment rec-</a:t>
            </a:r>
            <a:r>
              <a:rPr lang="en-US" sz="2400" err="1">
                <a:solidFill>
                  <a:schemeClr val="tx1"/>
                </a:solidFill>
              </a:rPr>
              <a:t>ords</a:t>
            </a:r>
            <a:r>
              <a:rPr lang="en-US" sz="2400">
                <a:solidFill>
                  <a:schemeClr val="tx1"/>
                </a:solidFill>
              </a:rPr>
              <a:t> by using patient </a:t>
            </a:r>
            <a:r>
              <a:rPr lang="en-US" sz="2400" err="1">
                <a:solidFill>
                  <a:schemeClr val="tx1"/>
                </a:solidFill>
              </a:rPr>
              <a:t>ID’s.To</a:t>
            </a:r>
            <a:r>
              <a:rPr lang="en-US" sz="2400">
                <a:solidFill>
                  <a:schemeClr val="tx1"/>
                </a:solidFill>
              </a:rPr>
              <a:t> dynamically mana- age billing records using linked lists, including </a:t>
            </a:r>
          </a:p>
          <a:p>
            <a:r>
              <a:rPr lang="en-US" sz="2400">
                <a:solidFill>
                  <a:schemeClr val="tx1"/>
                </a:solidFill>
              </a:rPr>
              <a:t>operations for adding, deleting, sorting, and displaying records by patient ID.</a:t>
            </a:r>
          </a:p>
        </p:txBody>
      </p:sp>
      <p:sp>
        <p:nvSpPr>
          <p:cNvPr id="8" name="TextBox 7">
            <a:extLst>
              <a:ext uri="{FF2B5EF4-FFF2-40B4-BE49-F238E27FC236}">
                <a16:creationId xmlns:a16="http://schemas.microsoft.com/office/drawing/2014/main" id="{23AE6196-584C-D919-F436-6436D53C890B}"/>
              </a:ext>
            </a:extLst>
          </p:cNvPr>
          <p:cNvSpPr txBox="1"/>
          <p:nvPr/>
        </p:nvSpPr>
        <p:spPr>
          <a:xfrm>
            <a:off x="1290754" y="2280424"/>
            <a:ext cx="2743200" cy="13003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850">
                <a:solidFill>
                  <a:srgbClr val="FFFFFF"/>
                </a:solidFill>
                <a:latin typeface="Anton"/>
              </a:rPr>
              <a:t>04</a:t>
            </a:r>
            <a:endParaRPr lang="en-US"/>
          </a:p>
        </p:txBody>
      </p:sp>
      <p:sp>
        <p:nvSpPr>
          <p:cNvPr id="13" name="TextBox 12">
            <a:extLst>
              <a:ext uri="{FF2B5EF4-FFF2-40B4-BE49-F238E27FC236}">
                <a16:creationId xmlns:a16="http://schemas.microsoft.com/office/drawing/2014/main" id="{69947058-A923-FA09-1F00-1775D297BAA2}"/>
              </a:ext>
            </a:extLst>
          </p:cNvPr>
          <p:cNvSpPr txBox="1"/>
          <p:nvPr/>
        </p:nvSpPr>
        <p:spPr>
          <a:xfrm>
            <a:off x="1729926" y="4667343"/>
            <a:ext cx="4457514" cy="3689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Scroll: Vertical 14">
            <a:extLst>
              <a:ext uri="{FF2B5EF4-FFF2-40B4-BE49-F238E27FC236}">
                <a16:creationId xmlns:a16="http://schemas.microsoft.com/office/drawing/2014/main" id="{E30686B3-63E7-9E95-8158-5F0605E856A1}"/>
              </a:ext>
            </a:extLst>
          </p:cNvPr>
          <p:cNvSpPr/>
          <p:nvPr/>
        </p:nvSpPr>
        <p:spPr>
          <a:xfrm>
            <a:off x="1295400" y="4541520"/>
            <a:ext cx="1158240" cy="4343400"/>
          </a:xfrm>
          <a:prstGeom prst="verticalScroll">
            <a:avLst/>
          </a:prstGeom>
          <a:solidFill>
            <a:schemeClr val="accent6">
              <a:lumMod val="20000"/>
              <a:lumOff val="8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352577D-5084-4FE4-A2A7-BD71E2BD159C}"/>
              </a:ext>
            </a:extLst>
          </p:cNvPr>
          <p:cNvSpPr txBox="1"/>
          <p:nvPr/>
        </p:nvSpPr>
        <p:spPr>
          <a:xfrm>
            <a:off x="1554480" y="4846320"/>
            <a:ext cx="62484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nton"/>
              </a:rPr>
              <a:t> </a:t>
            </a:r>
            <a:r>
              <a:rPr lang="en-US" sz="2400">
                <a:solidFill>
                  <a:schemeClr val="accent2">
                    <a:lumMod val="49000"/>
                  </a:schemeClr>
                </a:solidFill>
                <a:latin typeface="Anton"/>
              </a:rPr>
              <a:t>L</a:t>
            </a:r>
          </a:p>
          <a:p>
            <a:r>
              <a:rPr lang="en-US" sz="2400">
                <a:solidFill>
                  <a:schemeClr val="accent2">
                    <a:lumMod val="49000"/>
                  </a:schemeClr>
                </a:solidFill>
                <a:latin typeface="Anton"/>
              </a:rPr>
              <a:t> I</a:t>
            </a:r>
          </a:p>
          <a:p>
            <a:r>
              <a:rPr lang="en-US" sz="2400">
                <a:solidFill>
                  <a:schemeClr val="accent2">
                    <a:lumMod val="49000"/>
                  </a:schemeClr>
                </a:solidFill>
                <a:latin typeface="Anton"/>
              </a:rPr>
              <a:t> N </a:t>
            </a:r>
            <a:endParaRPr lang="en-US">
              <a:solidFill>
                <a:schemeClr val="accent2">
                  <a:lumMod val="49000"/>
                </a:schemeClr>
              </a:solidFill>
            </a:endParaRPr>
          </a:p>
          <a:p>
            <a:r>
              <a:rPr lang="en-US" sz="2400">
                <a:solidFill>
                  <a:schemeClr val="accent2">
                    <a:lumMod val="49000"/>
                  </a:schemeClr>
                </a:solidFill>
                <a:latin typeface="Anton"/>
              </a:rPr>
              <a:t> K</a:t>
            </a:r>
          </a:p>
          <a:p>
            <a:r>
              <a:rPr lang="en-US" sz="2400">
                <a:solidFill>
                  <a:schemeClr val="accent2">
                    <a:lumMod val="49000"/>
                  </a:schemeClr>
                </a:solidFill>
                <a:latin typeface="Anton"/>
              </a:rPr>
              <a:t> E</a:t>
            </a:r>
          </a:p>
          <a:p>
            <a:r>
              <a:rPr lang="en-US" sz="2400">
                <a:solidFill>
                  <a:schemeClr val="accent2">
                    <a:lumMod val="49000"/>
                  </a:schemeClr>
                </a:solidFill>
                <a:latin typeface="Anton"/>
              </a:rPr>
              <a:t> D</a:t>
            </a:r>
          </a:p>
          <a:p>
            <a:r>
              <a:rPr lang="en-US" sz="2400">
                <a:solidFill>
                  <a:schemeClr val="accent2">
                    <a:lumMod val="49000"/>
                  </a:schemeClr>
                </a:solidFill>
                <a:latin typeface="Anton"/>
              </a:rPr>
              <a:t> L</a:t>
            </a:r>
          </a:p>
          <a:p>
            <a:r>
              <a:rPr lang="en-US" sz="2400">
                <a:solidFill>
                  <a:schemeClr val="accent2">
                    <a:lumMod val="49000"/>
                  </a:schemeClr>
                </a:solidFill>
                <a:latin typeface="Anton"/>
              </a:rPr>
              <a:t> I</a:t>
            </a:r>
          </a:p>
          <a:p>
            <a:r>
              <a:rPr lang="en-US" sz="2400">
                <a:solidFill>
                  <a:schemeClr val="accent2">
                    <a:lumMod val="49000"/>
                  </a:schemeClr>
                </a:solidFill>
                <a:latin typeface="Anton"/>
              </a:rPr>
              <a:t> S</a:t>
            </a:r>
            <a:endParaRPr lang="en-US">
              <a:solidFill>
                <a:schemeClr val="accent2">
                  <a:lumMod val="49000"/>
                </a:schemeClr>
              </a:solidFill>
            </a:endParaRPr>
          </a:p>
          <a:p>
            <a:r>
              <a:rPr lang="en-US" sz="2400">
                <a:solidFill>
                  <a:schemeClr val="accent2">
                    <a:lumMod val="49000"/>
                  </a:schemeClr>
                </a:solidFill>
                <a:latin typeface="Anton"/>
              </a:rPr>
              <a:t> T</a:t>
            </a:r>
            <a:r>
              <a:rPr lang="en-US" sz="2400">
                <a:solidFill>
                  <a:schemeClr val="accent1">
                    <a:lumMod val="60000"/>
                    <a:lumOff val="40000"/>
                  </a:schemeClr>
                </a:solidFill>
                <a:latin typeface="Anton"/>
              </a:rPr>
              <a:t> </a:t>
            </a:r>
          </a:p>
        </p:txBody>
      </p:sp>
    </p:spTree>
    <p:extLst>
      <p:ext uri="{BB962C8B-B14F-4D97-AF65-F5344CB8AC3E}">
        <p14:creationId xmlns:p14="http://schemas.microsoft.com/office/powerpoint/2010/main" val="2478093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3F435-AB92-3975-949C-9A73F6D252BD}"/>
              </a:ext>
            </a:extLst>
          </p:cNvPr>
          <p:cNvSpPr>
            <a:spLocks noGrp="1"/>
          </p:cNvSpPr>
          <p:nvPr>
            <p:ph type="ctrTitle"/>
          </p:nvPr>
        </p:nvSpPr>
        <p:spPr>
          <a:xfrm>
            <a:off x="1645837" y="1910654"/>
            <a:ext cx="10521404" cy="1079707"/>
          </a:xfrm>
        </p:spPr>
        <p:txBody>
          <a:bodyPr>
            <a:normAutofit fontScale="90000"/>
          </a:bodyPr>
          <a:lstStyle/>
          <a:p>
            <a:r>
              <a:rPr lang="en-US" sz="8800">
                <a:solidFill>
                  <a:srgbClr val="FFFFFF"/>
                </a:solidFill>
              </a:rPr>
              <a:t>02</a:t>
            </a:r>
            <a:r>
              <a:rPr lang="en-US" sz="7900">
                <a:solidFill>
                  <a:srgbClr val="FFFFFF"/>
                </a:solidFill>
              </a:rPr>
              <a:t>02</a:t>
            </a:r>
            <a:r>
              <a:rPr lang="en-US" sz="8800">
                <a:solidFill>
                  <a:srgbClr val="000000"/>
                </a:solidFill>
              </a:rPr>
              <a:t>  </a:t>
            </a:r>
            <a:r>
              <a:rPr lang="en-US" sz="8900"/>
              <a:t>Billing Records</a:t>
            </a:r>
            <a:r>
              <a:rPr lang="en-US" sz="8800">
                <a:solidFill>
                  <a:srgbClr val="000000"/>
                </a:solidFill>
              </a:rPr>
              <a:t>  </a:t>
            </a:r>
            <a:endParaRPr lang="en-US"/>
          </a:p>
        </p:txBody>
      </p:sp>
      <p:grpSp>
        <p:nvGrpSpPr>
          <p:cNvPr id="7" name="Google Shape;917;p17">
            <a:extLst>
              <a:ext uri="{FF2B5EF4-FFF2-40B4-BE49-F238E27FC236}">
                <a16:creationId xmlns:a16="http://schemas.microsoft.com/office/drawing/2014/main" id="{47E68E9D-E30D-AB18-2996-B01BB809BFB3}"/>
              </a:ext>
            </a:extLst>
          </p:cNvPr>
          <p:cNvGrpSpPr/>
          <p:nvPr/>
        </p:nvGrpSpPr>
        <p:grpSpPr>
          <a:xfrm>
            <a:off x="1649647" y="1735275"/>
            <a:ext cx="2065565" cy="1437158"/>
            <a:chOff x="0" y="-47625"/>
            <a:chExt cx="544017" cy="378511"/>
          </a:xfrm>
        </p:grpSpPr>
        <p:sp>
          <p:nvSpPr>
            <p:cNvPr id="5" name="Google Shape;918;p17">
              <a:extLst>
                <a:ext uri="{FF2B5EF4-FFF2-40B4-BE49-F238E27FC236}">
                  <a16:creationId xmlns:a16="http://schemas.microsoft.com/office/drawing/2014/main" id="{B219C47A-8CB3-066A-2DDD-D06A4227DEBF}"/>
                </a:ext>
              </a:extLst>
            </p:cNvPr>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19;p17">
              <a:extLst>
                <a:ext uri="{FF2B5EF4-FFF2-40B4-BE49-F238E27FC236}">
                  <a16:creationId xmlns:a16="http://schemas.microsoft.com/office/drawing/2014/main" id="{601D4870-ED5A-76B7-8C97-CCA1AF7376F7}"/>
                </a:ext>
              </a:extLst>
            </p:cNvPr>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 name="Google Shape;920;p17">
            <a:extLst>
              <a:ext uri="{FF2B5EF4-FFF2-40B4-BE49-F238E27FC236}">
                <a16:creationId xmlns:a16="http://schemas.microsoft.com/office/drawing/2014/main" id="{5A7634C3-D227-E964-847D-9610C95CDF4C}"/>
              </a:ext>
            </a:extLst>
          </p:cNvPr>
          <p:cNvGrpSpPr/>
          <p:nvPr/>
        </p:nvGrpSpPr>
        <p:grpSpPr>
          <a:xfrm>
            <a:off x="1773161" y="1601025"/>
            <a:ext cx="2065565" cy="1437158"/>
            <a:chOff x="0" y="-47625"/>
            <a:chExt cx="544017" cy="378511"/>
          </a:xfrm>
        </p:grpSpPr>
        <p:sp>
          <p:nvSpPr>
            <p:cNvPr id="9" name="Google Shape;921;p17">
              <a:extLst>
                <a:ext uri="{FF2B5EF4-FFF2-40B4-BE49-F238E27FC236}">
                  <a16:creationId xmlns:a16="http://schemas.microsoft.com/office/drawing/2014/main" id="{F27B10B8-1A86-372E-4633-159223CBCDEA}"/>
                </a:ext>
              </a:extLst>
            </p:cNvPr>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22;p17">
              <a:extLst>
                <a:ext uri="{FF2B5EF4-FFF2-40B4-BE49-F238E27FC236}">
                  <a16:creationId xmlns:a16="http://schemas.microsoft.com/office/drawing/2014/main" id="{13DAEAA8-EEF4-5E18-611E-D76FDCAAF504}"/>
                </a:ext>
              </a:extLst>
            </p:cNvPr>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 name="TextBox 19">
            <a:extLst>
              <a:ext uri="{FF2B5EF4-FFF2-40B4-BE49-F238E27FC236}">
                <a16:creationId xmlns:a16="http://schemas.microsoft.com/office/drawing/2014/main" id="{560325AC-4470-282F-D3A0-AD398FBBF4E2}"/>
              </a:ext>
            </a:extLst>
          </p:cNvPr>
          <p:cNvSpPr txBox="1"/>
          <p:nvPr/>
        </p:nvSpPr>
        <p:spPr>
          <a:xfrm>
            <a:off x="2057400" y="1736802"/>
            <a:ext cx="1293542" cy="25083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850">
                <a:solidFill>
                  <a:srgbClr val="FFFFFF"/>
                </a:solidFill>
                <a:latin typeface="Anton"/>
              </a:rPr>
              <a:t>04</a:t>
            </a:r>
            <a:r>
              <a:rPr lang="en-US" sz="7850">
                <a:latin typeface="Anton"/>
              </a:rPr>
              <a:t>​             </a:t>
            </a:r>
            <a:endParaRPr lang="en-US"/>
          </a:p>
        </p:txBody>
      </p:sp>
      <p:sp>
        <p:nvSpPr>
          <p:cNvPr id="21" name="Rectangle: Rounded Corners 20">
            <a:extLst>
              <a:ext uri="{FF2B5EF4-FFF2-40B4-BE49-F238E27FC236}">
                <a16:creationId xmlns:a16="http://schemas.microsoft.com/office/drawing/2014/main" id="{8CC06C5C-0064-A885-8EB1-145443D37B3E}"/>
              </a:ext>
            </a:extLst>
          </p:cNvPr>
          <p:cNvSpPr/>
          <p:nvPr/>
        </p:nvSpPr>
        <p:spPr>
          <a:xfrm>
            <a:off x="4112383" y="3759634"/>
            <a:ext cx="3962399" cy="2773679"/>
          </a:xfrm>
          <a:prstGeom prst="round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BAA55DE-0F9A-A2F5-24AA-0DA9F4A2F153}"/>
              </a:ext>
            </a:extLst>
          </p:cNvPr>
          <p:cNvSpPr txBox="1"/>
          <p:nvPr/>
        </p:nvSpPr>
        <p:spPr>
          <a:xfrm>
            <a:off x="4499703" y="4173344"/>
            <a:ext cx="320039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Rearrange the records in the linked list based on the </a:t>
            </a:r>
            <a:r>
              <a:rPr lang="en-US" sz="2400" err="1"/>
              <a:t>patientID</a:t>
            </a:r>
            <a:r>
              <a:rPr lang="en-US" sz="2400"/>
              <a:t> in ascending order</a:t>
            </a:r>
            <a:r>
              <a:rPr lang="en-US"/>
              <a:t>.</a:t>
            </a:r>
          </a:p>
        </p:txBody>
      </p:sp>
      <p:sp>
        <p:nvSpPr>
          <p:cNvPr id="23" name="Rectangle: Rounded Corners 22">
            <a:extLst>
              <a:ext uri="{FF2B5EF4-FFF2-40B4-BE49-F238E27FC236}">
                <a16:creationId xmlns:a16="http://schemas.microsoft.com/office/drawing/2014/main" id="{8EBDE05B-E871-3769-8AC1-0DFF0431C548}"/>
              </a:ext>
            </a:extLst>
          </p:cNvPr>
          <p:cNvSpPr/>
          <p:nvPr/>
        </p:nvSpPr>
        <p:spPr>
          <a:xfrm>
            <a:off x="7772772" y="5139967"/>
            <a:ext cx="3901439" cy="2362199"/>
          </a:xfrm>
          <a:prstGeom prst="roundRect">
            <a:avLst/>
          </a:prstGeom>
          <a:solidFill>
            <a:schemeClr val="bg1"/>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Insertion sort is chosen because it is efficient for linked lists, as it requires minimal additional memory and can be implemented in-place.</a:t>
            </a:r>
            <a:endParaRPr lang="en-US"/>
          </a:p>
        </p:txBody>
      </p:sp>
      <p:sp>
        <p:nvSpPr>
          <p:cNvPr id="25" name="TextBox 24">
            <a:extLst>
              <a:ext uri="{FF2B5EF4-FFF2-40B4-BE49-F238E27FC236}">
                <a16:creationId xmlns:a16="http://schemas.microsoft.com/office/drawing/2014/main" id="{262F7315-49C1-F4CF-0155-DDD5C95349E2}"/>
              </a:ext>
            </a:extLst>
          </p:cNvPr>
          <p:cNvSpPr txBox="1"/>
          <p:nvPr/>
        </p:nvSpPr>
        <p:spPr>
          <a:xfrm>
            <a:off x="8072738" y="5349797"/>
            <a:ext cx="3081081"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Insertion sort is chosen because it is efficient for linked lists, as it requires minimal additional memory and can be implemented in-place</a:t>
            </a:r>
            <a:r>
              <a:rPr lang="en-US"/>
              <a:t>.</a:t>
            </a:r>
          </a:p>
        </p:txBody>
      </p:sp>
      <p:sp>
        <p:nvSpPr>
          <p:cNvPr id="26" name="Rectangle: Rounded Corners 25">
            <a:extLst>
              <a:ext uri="{FF2B5EF4-FFF2-40B4-BE49-F238E27FC236}">
                <a16:creationId xmlns:a16="http://schemas.microsoft.com/office/drawing/2014/main" id="{C82CE9B3-E512-0203-D209-7AF7BE133DD9}"/>
              </a:ext>
            </a:extLst>
          </p:cNvPr>
          <p:cNvSpPr/>
          <p:nvPr/>
        </p:nvSpPr>
        <p:spPr>
          <a:xfrm>
            <a:off x="11486499" y="3459479"/>
            <a:ext cx="4434840" cy="2910840"/>
          </a:xfrm>
          <a:prstGeom prst="roundRect">
            <a:avLst/>
          </a:prstGeom>
          <a:solidFill>
            <a:schemeClr val="bg1"/>
          </a:solidFill>
          <a:ln>
            <a:solidFill>
              <a:srgbClr val="F683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FBCACC9-F757-D1FE-5307-56E99D2AE267}"/>
              </a:ext>
            </a:extLst>
          </p:cNvPr>
          <p:cNvSpPr txBox="1"/>
          <p:nvPr/>
        </p:nvSpPr>
        <p:spPr>
          <a:xfrm>
            <a:off x="12170813" y="3717817"/>
            <a:ext cx="355612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t>This sorting method efficiently organizes the billing records by </a:t>
            </a:r>
            <a:r>
              <a:rPr lang="en-US" sz="1800" err="1"/>
              <a:t>patientID</a:t>
            </a:r>
            <a:r>
              <a:rPr lang="en-US" sz="1800"/>
              <a:t> without needing additional data structures, making it well-suited for linked lists. The use of insertion sort allows for smooth insertion at various points in the list as it builds the sorted version.</a:t>
            </a:r>
          </a:p>
          <a:p>
            <a:endParaRPr lang="en-US" sz="1800"/>
          </a:p>
        </p:txBody>
      </p:sp>
      <p:sp>
        <p:nvSpPr>
          <p:cNvPr id="28" name="Scroll: Vertical 27">
            <a:extLst>
              <a:ext uri="{FF2B5EF4-FFF2-40B4-BE49-F238E27FC236}">
                <a16:creationId xmlns:a16="http://schemas.microsoft.com/office/drawing/2014/main" id="{70D9CEEE-EAD2-7C30-F797-468124B9BAA7}"/>
              </a:ext>
            </a:extLst>
          </p:cNvPr>
          <p:cNvSpPr/>
          <p:nvPr/>
        </p:nvSpPr>
        <p:spPr>
          <a:xfrm>
            <a:off x="1887529" y="3713356"/>
            <a:ext cx="1584960" cy="4221480"/>
          </a:xfrm>
          <a:prstGeom prst="verticalScroll">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croll: Vertical 28">
            <a:extLst>
              <a:ext uri="{FF2B5EF4-FFF2-40B4-BE49-F238E27FC236}">
                <a16:creationId xmlns:a16="http://schemas.microsoft.com/office/drawing/2014/main" id="{7B49319E-2C5E-14C9-87ED-5BA8A52BBFB5}"/>
              </a:ext>
            </a:extLst>
          </p:cNvPr>
          <p:cNvSpPr/>
          <p:nvPr/>
        </p:nvSpPr>
        <p:spPr>
          <a:xfrm>
            <a:off x="2284141" y="3718188"/>
            <a:ext cx="1430886" cy="4480559"/>
          </a:xfrm>
          <a:prstGeom prst="verticalScroll">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E441FAD-4086-9636-A365-40498C999840}"/>
              </a:ext>
            </a:extLst>
          </p:cNvPr>
          <p:cNvSpPr txBox="1"/>
          <p:nvPr/>
        </p:nvSpPr>
        <p:spPr>
          <a:xfrm>
            <a:off x="2563294" y="3962400"/>
            <a:ext cx="104170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Anton"/>
              </a:rPr>
              <a:t> </a:t>
            </a:r>
            <a:r>
              <a:rPr lang="en-US" sz="3600">
                <a:solidFill>
                  <a:schemeClr val="bg1"/>
                </a:solidFill>
                <a:latin typeface="Anton"/>
              </a:rPr>
              <a:t>S</a:t>
            </a:r>
          </a:p>
          <a:p>
            <a:r>
              <a:rPr lang="en-US" sz="3600">
                <a:solidFill>
                  <a:schemeClr val="bg1"/>
                </a:solidFill>
                <a:latin typeface="Anton"/>
              </a:rPr>
              <a:t>   O</a:t>
            </a:r>
          </a:p>
          <a:p>
            <a:r>
              <a:rPr lang="en-US" sz="3600">
                <a:solidFill>
                  <a:schemeClr val="bg1"/>
                </a:solidFill>
                <a:latin typeface="Anton"/>
              </a:rPr>
              <a:t> R</a:t>
            </a:r>
          </a:p>
          <a:p>
            <a:r>
              <a:rPr lang="en-US" sz="3600">
                <a:solidFill>
                  <a:schemeClr val="bg1"/>
                </a:solidFill>
                <a:latin typeface="Anton"/>
              </a:rPr>
              <a:t>   T</a:t>
            </a:r>
          </a:p>
          <a:p>
            <a:r>
              <a:rPr lang="en-US" sz="3600">
                <a:solidFill>
                  <a:schemeClr val="bg1"/>
                </a:solidFill>
                <a:latin typeface="Anton"/>
              </a:rPr>
              <a:t> I</a:t>
            </a:r>
          </a:p>
          <a:p>
            <a:r>
              <a:rPr lang="en-US" sz="3600">
                <a:solidFill>
                  <a:schemeClr val="bg1"/>
                </a:solidFill>
                <a:latin typeface="Anton"/>
              </a:rPr>
              <a:t>  N</a:t>
            </a:r>
          </a:p>
          <a:p>
            <a:r>
              <a:rPr lang="en-US" sz="3600">
                <a:solidFill>
                  <a:schemeClr val="bg1"/>
                </a:solidFill>
                <a:latin typeface="Anton"/>
              </a:rPr>
              <a:t> G</a:t>
            </a:r>
          </a:p>
          <a:p>
            <a:endParaRPr lang="en-US" sz="3600">
              <a:solidFill>
                <a:schemeClr val="bg1"/>
              </a:solidFill>
              <a:latin typeface="Anton"/>
            </a:endParaRPr>
          </a:p>
        </p:txBody>
      </p:sp>
    </p:spTree>
    <p:extLst>
      <p:ext uri="{BB962C8B-B14F-4D97-AF65-F5344CB8AC3E}">
        <p14:creationId xmlns:p14="http://schemas.microsoft.com/office/powerpoint/2010/main" val="1241588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1392;p23">
            <a:extLst>
              <a:ext uri="{FF2B5EF4-FFF2-40B4-BE49-F238E27FC236}">
                <a16:creationId xmlns:a16="http://schemas.microsoft.com/office/drawing/2014/main" id="{2471D7E0-A70B-4183-E3FC-8AB2385594B4}"/>
              </a:ext>
            </a:extLst>
          </p:cNvPr>
          <p:cNvGrpSpPr/>
          <p:nvPr/>
        </p:nvGrpSpPr>
        <p:grpSpPr>
          <a:xfrm>
            <a:off x="1028700" y="2386666"/>
            <a:ext cx="2065565" cy="1437158"/>
            <a:chOff x="1028700" y="2386666"/>
            <a:chExt cx="544017" cy="378511"/>
          </a:xfrm>
        </p:grpSpPr>
        <p:sp>
          <p:nvSpPr>
            <p:cNvPr id="84" name="Google Shape;1393;p23">
              <a:extLst>
                <a:ext uri="{FF2B5EF4-FFF2-40B4-BE49-F238E27FC236}">
                  <a16:creationId xmlns:a16="http://schemas.microsoft.com/office/drawing/2014/main" id="{9B976803-9952-EB45-12E5-1FD22E1242F3}"/>
                </a:ext>
              </a:extLst>
            </p:cNvPr>
            <p:cNvSpPr/>
            <p:nvPr/>
          </p:nvSpPr>
          <p:spPr>
            <a:xfrm>
              <a:off x="1028700" y="2434291"/>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 name="Google Shape;1394;p23">
              <a:extLst>
                <a:ext uri="{FF2B5EF4-FFF2-40B4-BE49-F238E27FC236}">
                  <a16:creationId xmlns:a16="http://schemas.microsoft.com/office/drawing/2014/main" id="{8572AF50-3F43-35E9-0D86-43193F8759B5}"/>
                </a:ext>
              </a:extLst>
            </p:cNvPr>
            <p:cNvSpPr txBox="1"/>
            <p:nvPr/>
          </p:nvSpPr>
          <p:spPr>
            <a:xfrm>
              <a:off x="1028700" y="2386666"/>
              <a:ext cx="544017" cy="378511"/>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 name="Google Shape;1395;p23">
            <a:extLst>
              <a:ext uri="{FF2B5EF4-FFF2-40B4-BE49-F238E27FC236}">
                <a16:creationId xmlns:a16="http://schemas.microsoft.com/office/drawing/2014/main" id="{314BE27F-0546-F317-B7AC-A7B1243565F5}"/>
              </a:ext>
            </a:extLst>
          </p:cNvPr>
          <p:cNvGrpSpPr/>
          <p:nvPr/>
        </p:nvGrpSpPr>
        <p:grpSpPr>
          <a:xfrm>
            <a:off x="1138275" y="2210599"/>
            <a:ext cx="2065565" cy="1437158"/>
            <a:chOff x="1138275" y="2210599"/>
            <a:chExt cx="544017" cy="378511"/>
          </a:xfrm>
        </p:grpSpPr>
        <p:sp>
          <p:nvSpPr>
            <p:cNvPr id="82" name="Google Shape;1396;p23">
              <a:extLst>
                <a:ext uri="{FF2B5EF4-FFF2-40B4-BE49-F238E27FC236}">
                  <a16:creationId xmlns:a16="http://schemas.microsoft.com/office/drawing/2014/main" id="{6D6CEE60-03E0-1A9C-098E-CD563CFDD1B1}"/>
                </a:ext>
              </a:extLst>
            </p:cNvPr>
            <p:cNvSpPr/>
            <p:nvPr/>
          </p:nvSpPr>
          <p:spPr>
            <a:xfrm>
              <a:off x="1138275" y="2258224"/>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 name="Google Shape;1397;p23">
              <a:extLst>
                <a:ext uri="{FF2B5EF4-FFF2-40B4-BE49-F238E27FC236}">
                  <a16:creationId xmlns:a16="http://schemas.microsoft.com/office/drawing/2014/main" id="{3DD74F3B-42D9-EE11-48DF-EE9A006A09A1}"/>
                </a:ext>
              </a:extLst>
            </p:cNvPr>
            <p:cNvSpPr txBox="1"/>
            <p:nvPr/>
          </p:nvSpPr>
          <p:spPr>
            <a:xfrm>
              <a:off x="1138275" y="2210599"/>
              <a:ext cx="544017" cy="378511"/>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 name="Google Shape;1398;p23">
            <a:extLst>
              <a:ext uri="{FF2B5EF4-FFF2-40B4-BE49-F238E27FC236}">
                <a16:creationId xmlns:a16="http://schemas.microsoft.com/office/drawing/2014/main" id="{7A11F081-D81C-8BE0-5A6C-57949BEE7F56}"/>
              </a:ext>
            </a:extLst>
          </p:cNvPr>
          <p:cNvSpPr txBox="1"/>
          <p:nvPr/>
        </p:nvSpPr>
        <p:spPr>
          <a:xfrm>
            <a:off x="3463941" y="2578453"/>
            <a:ext cx="5837091" cy="110799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lang="en-US" sz="6000">
                <a:solidFill>
                  <a:srgbClr val="393A3F"/>
                </a:solidFill>
                <a:latin typeface="Anton"/>
              </a:rPr>
              <a:t>WAITING Room</a:t>
            </a:r>
          </a:p>
        </p:txBody>
      </p:sp>
      <p:grpSp>
        <p:nvGrpSpPr>
          <p:cNvPr id="8" name="Google Shape;1402;p23">
            <a:extLst>
              <a:ext uri="{FF2B5EF4-FFF2-40B4-BE49-F238E27FC236}">
                <a16:creationId xmlns:a16="http://schemas.microsoft.com/office/drawing/2014/main" id="{6DCD2F68-74E2-0221-F21C-886795BDA733}"/>
              </a:ext>
            </a:extLst>
          </p:cNvPr>
          <p:cNvGrpSpPr/>
          <p:nvPr/>
        </p:nvGrpSpPr>
        <p:grpSpPr>
          <a:xfrm>
            <a:off x="1247905" y="637888"/>
            <a:ext cx="5851054" cy="1309820"/>
            <a:chOff x="1247905" y="637888"/>
            <a:chExt cx="7801405" cy="1746426"/>
          </a:xfrm>
        </p:grpSpPr>
        <p:grpSp>
          <p:nvGrpSpPr>
            <p:cNvPr id="53" name="Google Shape;1403;p23">
              <a:extLst>
                <a:ext uri="{FF2B5EF4-FFF2-40B4-BE49-F238E27FC236}">
                  <a16:creationId xmlns:a16="http://schemas.microsoft.com/office/drawing/2014/main" id="{6B836B84-5610-81A8-DC55-E8C0A8F19DCD}"/>
                </a:ext>
              </a:extLst>
            </p:cNvPr>
            <p:cNvGrpSpPr/>
            <p:nvPr/>
          </p:nvGrpSpPr>
          <p:grpSpPr>
            <a:xfrm rot="10800000">
              <a:off x="6875947" y="1863948"/>
              <a:ext cx="2173363" cy="520366"/>
              <a:chOff x="6875947" y="1863948"/>
              <a:chExt cx="429306" cy="102789"/>
            </a:xfrm>
          </p:grpSpPr>
          <p:sp>
            <p:nvSpPr>
              <p:cNvPr id="78" name="Google Shape;1404;p23">
                <a:extLst>
                  <a:ext uri="{FF2B5EF4-FFF2-40B4-BE49-F238E27FC236}">
                    <a16:creationId xmlns:a16="http://schemas.microsoft.com/office/drawing/2014/main" id="{14539C1C-59E5-651B-141F-1CE70D73D148}"/>
                  </a:ext>
                </a:extLst>
              </p:cNvPr>
              <p:cNvSpPr/>
              <p:nvPr/>
            </p:nvSpPr>
            <p:spPr>
              <a:xfrm>
                <a:off x="6875947" y="1911573"/>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 name="Google Shape;1405;p23">
                <a:extLst>
                  <a:ext uri="{FF2B5EF4-FFF2-40B4-BE49-F238E27FC236}">
                    <a16:creationId xmlns:a16="http://schemas.microsoft.com/office/drawing/2014/main" id="{87A14C84-CA8D-1939-50CE-1149D551F2C9}"/>
                  </a:ext>
                </a:extLst>
              </p:cNvPr>
              <p:cNvSpPr txBox="1"/>
              <p:nvPr/>
            </p:nvSpPr>
            <p:spPr>
              <a:xfrm>
                <a:off x="6875947" y="1863948"/>
                <a:ext cx="429306"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 name="Google Shape;1406;p23">
              <a:extLst>
                <a:ext uri="{FF2B5EF4-FFF2-40B4-BE49-F238E27FC236}">
                  <a16:creationId xmlns:a16="http://schemas.microsoft.com/office/drawing/2014/main" id="{87A6B0E5-5A33-8827-EB94-02E32F6850C0}"/>
                </a:ext>
              </a:extLst>
            </p:cNvPr>
            <p:cNvGrpSpPr/>
            <p:nvPr/>
          </p:nvGrpSpPr>
          <p:grpSpPr>
            <a:xfrm rot="10800000">
              <a:off x="4304233" y="1863948"/>
              <a:ext cx="2173363" cy="520366"/>
              <a:chOff x="4304233" y="1863948"/>
              <a:chExt cx="429306" cy="102789"/>
            </a:xfrm>
          </p:grpSpPr>
          <p:sp>
            <p:nvSpPr>
              <p:cNvPr id="76" name="Google Shape;1407;p23">
                <a:extLst>
                  <a:ext uri="{FF2B5EF4-FFF2-40B4-BE49-F238E27FC236}">
                    <a16:creationId xmlns:a16="http://schemas.microsoft.com/office/drawing/2014/main" id="{CB370880-B8A6-9F0D-88D5-E06AF6DF1844}"/>
                  </a:ext>
                </a:extLst>
              </p:cNvPr>
              <p:cNvSpPr/>
              <p:nvPr/>
            </p:nvSpPr>
            <p:spPr>
              <a:xfrm>
                <a:off x="4304233" y="1911573"/>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 name="Google Shape;1408;p23">
                <a:extLst>
                  <a:ext uri="{FF2B5EF4-FFF2-40B4-BE49-F238E27FC236}">
                    <a16:creationId xmlns:a16="http://schemas.microsoft.com/office/drawing/2014/main" id="{4B69047D-61CE-EB81-C21F-39441F9C2B8B}"/>
                  </a:ext>
                </a:extLst>
              </p:cNvPr>
              <p:cNvSpPr txBox="1"/>
              <p:nvPr/>
            </p:nvSpPr>
            <p:spPr>
              <a:xfrm>
                <a:off x="4304233" y="1863948"/>
                <a:ext cx="429306"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 name="Google Shape;1409;p23">
              <a:extLst>
                <a:ext uri="{FF2B5EF4-FFF2-40B4-BE49-F238E27FC236}">
                  <a16:creationId xmlns:a16="http://schemas.microsoft.com/office/drawing/2014/main" id="{869C5C91-91E2-79AF-C232-8E0B131DCA40}"/>
                </a:ext>
              </a:extLst>
            </p:cNvPr>
            <p:cNvGrpSpPr/>
            <p:nvPr/>
          </p:nvGrpSpPr>
          <p:grpSpPr>
            <a:xfrm rot="10800000">
              <a:off x="5530614" y="1047785"/>
              <a:ext cx="2173363" cy="520366"/>
              <a:chOff x="5530614" y="1047785"/>
              <a:chExt cx="429306" cy="102789"/>
            </a:xfrm>
          </p:grpSpPr>
          <p:sp>
            <p:nvSpPr>
              <p:cNvPr id="74" name="Google Shape;1410;p23">
                <a:extLst>
                  <a:ext uri="{FF2B5EF4-FFF2-40B4-BE49-F238E27FC236}">
                    <a16:creationId xmlns:a16="http://schemas.microsoft.com/office/drawing/2014/main" id="{470517BF-84A6-37D5-177E-348E930A8783}"/>
                  </a:ext>
                </a:extLst>
              </p:cNvPr>
              <p:cNvSpPr/>
              <p:nvPr/>
            </p:nvSpPr>
            <p:spPr>
              <a:xfrm>
                <a:off x="5530614" y="109541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 name="Google Shape;1411;p23">
                <a:extLst>
                  <a:ext uri="{FF2B5EF4-FFF2-40B4-BE49-F238E27FC236}">
                    <a16:creationId xmlns:a16="http://schemas.microsoft.com/office/drawing/2014/main" id="{5A9BBC79-A1A0-6E4D-2C49-ADFD79BB1E4E}"/>
                  </a:ext>
                </a:extLst>
              </p:cNvPr>
              <p:cNvSpPr txBox="1"/>
              <p:nvPr/>
            </p:nvSpPr>
            <p:spPr>
              <a:xfrm>
                <a:off x="5530614" y="1047785"/>
                <a:ext cx="429306"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 name="Google Shape;1412;p23">
              <a:extLst>
                <a:ext uri="{FF2B5EF4-FFF2-40B4-BE49-F238E27FC236}">
                  <a16:creationId xmlns:a16="http://schemas.microsoft.com/office/drawing/2014/main" id="{78A0BD43-E426-2431-299E-250619C4729A}"/>
                </a:ext>
              </a:extLst>
            </p:cNvPr>
            <p:cNvGrpSpPr/>
            <p:nvPr/>
          </p:nvGrpSpPr>
          <p:grpSpPr>
            <a:xfrm rot="10800000">
              <a:off x="3217552" y="1059208"/>
              <a:ext cx="2173363" cy="520366"/>
              <a:chOff x="3217552" y="1059208"/>
              <a:chExt cx="429306" cy="102789"/>
            </a:xfrm>
          </p:grpSpPr>
          <p:sp>
            <p:nvSpPr>
              <p:cNvPr id="72" name="Google Shape;1413;p23">
                <a:extLst>
                  <a:ext uri="{FF2B5EF4-FFF2-40B4-BE49-F238E27FC236}">
                    <a16:creationId xmlns:a16="http://schemas.microsoft.com/office/drawing/2014/main" id="{37EE71F7-24C5-020B-01C6-6B5DD8DDF59B}"/>
                  </a:ext>
                </a:extLst>
              </p:cNvPr>
              <p:cNvSpPr/>
              <p:nvPr/>
            </p:nvSpPr>
            <p:spPr>
              <a:xfrm>
                <a:off x="3217552" y="1106833"/>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3" name="Google Shape;1414;p23">
                <a:extLst>
                  <a:ext uri="{FF2B5EF4-FFF2-40B4-BE49-F238E27FC236}">
                    <a16:creationId xmlns:a16="http://schemas.microsoft.com/office/drawing/2014/main" id="{672C31B3-DDB2-C959-2F69-76C9FCF0D306}"/>
                  </a:ext>
                </a:extLst>
              </p:cNvPr>
              <p:cNvSpPr txBox="1"/>
              <p:nvPr/>
            </p:nvSpPr>
            <p:spPr>
              <a:xfrm>
                <a:off x="3217552" y="1059208"/>
                <a:ext cx="429306"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 name="Google Shape;1415;p23">
              <a:extLst>
                <a:ext uri="{FF2B5EF4-FFF2-40B4-BE49-F238E27FC236}">
                  <a16:creationId xmlns:a16="http://schemas.microsoft.com/office/drawing/2014/main" id="{12405BCB-4A93-6C80-0125-5DB316909E2A}"/>
                </a:ext>
              </a:extLst>
            </p:cNvPr>
            <p:cNvGrpSpPr/>
            <p:nvPr/>
          </p:nvGrpSpPr>
          <p:grpSpPr>
            <a:xfrm rot="10800000">
              <a:off x="2543630" y="1863948"/>
              <a:ext cx="1191036" cy="520366"/>
              <a:chOff x="2543630" y="1863948"/>
              <a:chExt cx="235266" cy="102789"/>
            </a:xfrm>
          </p:grpSpPr>
          <p:sp>
            <p:nvSpPr>
              <p:cNvPr id="70" name="Google Shape;1416;p23">
                <a:extLst>
                  <a:ext uri="{FF2B5EF4-FFF2-40B4-BE49-F238E27FC236}">
                    <a16:creationId xmlns:a16="http://schemas.microsoft.com/office/drawing/2014/main" id="{B23A0CA6-C95B-F131-F05D-E7CB20060197}"/>
                  </a:ext>
                </a:extLst>
              </p:cNvPr>
              <p:cNvSpPr/>
              <p:nvPr/>
            </p:nvSpPr>
            <p:spPr>
              <a:xfrm>
                <a:off x="2543630" y="1911573"/>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1" name="Google Shape;1417;p23">
                <a:extLst>
                  <a:ext uri="{FF2B5EF4-FFF2-40B4-BE49-F238E27FC236}">
                    <a16:creationId xmlns:a16="http://schemas.microsoft.com/office/drawing/2014/main" id="{49F85BC7-CD59-F3CB-8864-C783285C6244}"/>
                  </a:ext>
                </a:extLst>
              </p:cNvPr>
              <p:cNvSpPr txBox="1"/>
              <p:nvPr/>
            </p:nvSpPr>
            <p:spPr>
              <a:xfrm>
                <a:off x="2543630" y="1863948"/>
                <a:ext cx="235266"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 name="Google Shape;1418;p23">
              <a:extLst>
                <a:ext uri="{FF2B5EF4-FFF2-40B4-BE49-F238E27FC236}">
                  <a16:creationId xmlns:a16="http://schemas.microsoft.com/office/drawing/2014/main" id="{E6F772EC-85B0-8DBA-5F29-1825671063B5}"/>
                </a:ext>
              </a:extLst>
            </p:cNvPr>
            <p:cNvGrpSpPr/>
            <p:nvPr/>
          </p:nvGrpSpPr>
          <p:grpSpPr>
            <a:xfrm rot="10800000">
              <a:off x="1247905" y="1059208"/>
              <a:ext cx="1191036" cy="520366"/>
              <a:chOff x="1247905" y="1059208"/>
              <a:chExt cx="235266" cy="102789"/>
            </a:xfrm>
          </p:grpSpPr>
          <p:sp>
            <p:nvSpPr>
              <p:cNvPr id="68" name="Google Shape;1419;p23">
                <a:extLst>
                  <a:ext uri="{FF2B5EF4-FFF2-40B4-BE49-F238E27FC236}">
                    <a16:creationId xmlns:a16="http://schemas.microsoft.com/office/drawing/2014/main" id="{83DB9BE7-3C73-7321-C666-AFAE8B669619}"/>
                  </a:ext>
                </a:extLst>
              </p:cNvPr>
              <p:cNvSpPr/>
              <p:nvPr/>
            </p:nvSpPr>
            <p:spPr>
              <a:xfrm>
                <a:off x="1247905" y="1106833"/>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9" name="Google Shape;1420;p23">
                <a:extLst>
                  <a:ext uri="{FF2B5EF4-FFF2-40B4-BE49-F238E27FC236}">
                    <a16:creationId xmlns:a16="http://schemas.microsoft.com/office/drawing/2014/main" id="{D11FDA1C-29AC-216E-1864-B2C2847FDABD}"/>
                  </a:ext>
                </a:extLst>
              </p:cNvPr>
              <p:cNvSpPr txBox="1"/>
              <p:nvPr/>
            </p:nvSpPr>
            <p:spPr>
              <a:xfrm>
                <a:off x="1247905" y="1059208"/>
                <a:ext cx="235266"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9" name="Google Shape;1421;p23">
              <a:extLst>
                <a:ext uri="{FF2B5EF4-FFF2-40B4-BE49-F238E27FC236}">
                  <a16:creationId xmlns:a16="http://schemas.microsoft.com/office/drawing/2014/main" id="{20090B0A-61F6-EA64-0DAC-0545A67A34BE}"/>
                </a:ext>
              </a:extLst>
            </p:cNvPr>
            <p:cNvGrpSpPr/>
            <p:nvPr/>
          </p:nvGrpSpPr>
          <p:grpSpPr>
            <a:xfrm rot="10800000">
              <a:off x="7846851" y="1059208"/>
              <a:ext cx="1202459" cy="497523"/>
              <a:chOff x="7846851" y="1059208"/>
              <a:chExt cx="237523" cy="98276"/>
            </a:xfrm>
          </p:grpSpPr>
          <p:sp>
            <p:nvSpPr>
              <p:cNvPr id="66" name="Google Shape;1422;p23">
                <a:extLst>
                  <a:ext uri="{FF2B5EF4-FFF2-40B4-BE49-F238E27FC236}">
                    <a16:creationId xmlns:a16="http://schemas.microsoft.com/office/drawing/2014/main" id="{76F885EC-380C-6A28-AE23-A1835C08DEF3}"/>
                  </a:ext>
                </a:extLst>
              </p:cNvPr>
              <p:cNvSpPr/>
              <p:nvPr/>
            </p:nvSpPr>
            <p:spPr>
              <a:xfrm>
                <a:off x="7846851" y="1106833"/>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7" name="Google Shape;1423;p23">
                <a:extLst>
                  <a:ext uri="{FF2B5EF4-FFF2-40B4-BE49-F238E27FC236}">
                    <a16:creationId xmlns:a16="http://schemas.microsoft.com/office/drawing/2014/main" id="{631823A6-12ED-5466-1849-6A19BA44D44A}"/>
                  </a:ext>
                </a:extLst>
              </p:cNvPr>
              <p:cNvSpPr txBox="1"/>
              <p:nvPr/>
            </p:nvSpPr>
            <p:spPr>
              <a:xfrm>
                <a:off x="7846851" y="1059208"/>
                <a:ext cx="237523" cy="98276"/>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0" name="Google Shape;1424;p23">
              <a:extLst>
                <a:ext uri="{FF2B5EF4-FFF2-40B4-BE49-F238E27FC236}">
                  <a16:creationId xmlns:a16="http://schemas.microsoft.com/office/drawing/2014/main" id="{A4B701D8-5802-D6D8-BD59-ED1128B7A66B}"/>
                </a:ext>
              </a:extLst>
            </p:cNvPr>
            <p:cNvGrpSpPr/>
            <p:nvPr/>
          </p:nvGrpSpPr>
          <p:grpSpPr>
            <a:xfrm rot="10800000">
              <a:off x="4671860" y="1457683"/>
              <a:ext cx="4377449" cy="520366"/>
              <a:chOff x="4671860" y="1457683"/>
              <a:chExt cx="864681" cy="102789"/>
            </a:xfrm>
          </p:grpSpPr>
          <p:sp>
            <p:nvSpPr>
              <p:cNvPr id="64" name="Google Shape;1425;p23">
                <a:extLst>
                  <a:ext uri="{FF2B5EF4-FFF2-40B4-BE49-F238E27FC236}">
                    <a16:creationId xmlns:a16="http://schemas.microsoft.com/office/drawing/2014/main" id="{ADA526FA-601F-E92A-1BF8-C7EDFCA203F7}"/>
                  </a:ext>
                </a:extLst>
              </p:cNvPr>
              <p:cNvSpPr/>
              <p:nvPr/>
            </p:nvSpPr>
            <p:spPr>
              <a:xfrm>
                <a:off x="4671860" y="1505308"/>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5" name="Google Shape;1426;p23">
                <a:extLst>
                  <a:ext uri="{FF2B5EF4-FFF2-40B4-BE49-F238E27FC236}">
                    <a16:creationId xmlns:a16="http://schemas.microsoft.com/office/drawing/2014/main" id="{21402C7E-16E7-29FD-0676-31BD601D1707}"/>
                  </a:ext>
                </a:extLst>
              </p:cNvPr>
              <p:cNvSpPr txBox="1"/>
              <p:nvPr/>
            </p:nvSpPr>
            <p:spPr>
              <a:xfrm>
                <a:off x="4671860" y="1457683"/>
                <a:ext cx="864681"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 name="Google Shape;1427;p23">
              <a:extLst>
                <a:ext uri="{FF2B5EF4-FFF2-40B4-BE49-F238E27FC236}">
                  <a16:creationId xmlns:a16="http://schemas.microsoft.com/office/drawing/2014/main" id="{471300CC-8EB5-1667-A5CC-E9749BAD4826}"/>
                </a:ext>
              </a:extLst>
            </p:cNvPr>
            <p:cNvGrpSpPr/>
            <p:nvPr/>
          </p:nvGrpSpPr>
          <p:grpSpPr>
            <a:xfrm rot="10800000">
              <a:off x="4671860" y="637888"/>
              <a:ext cx="4377449" cy="520366"/>
              <a:chOff x="4671860" y="637888"/>
              <a:chExt cx="864681" cy="102789"/>
            </a:xfrm>
          </p:grpSpPr>
          <p:sp>
            <p:nvSpPr>
              <p:cNvPr id="62" name="Google Shape;1428;p23">
                <a:extLst>
                  <a:ext uri="{FF2B5EF4-FFF2-40B4-BE49-F238E27FC236}">
                    <a16:creationId xmlns:a16="http://schemas.microsoft.com/office/drawing/2014/main" id="{4D686C41-DD21-9214-DEA6-8DDF919F271F}"/>
                  </a:ext>
                </a:extLst>
              </p:cNvPr>
              <p:cNvSpPr/>
              <p:nvPr/>
            </p:nvSpPr>
            <p:spPr>
              <a:xfrm>
                <a:off x="4671860" y="685513"/>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3" name="Google Shape;1429;p23">
                <a:extLst>
                  <a:ext uri="{FF2B5EF4-FFF2-40B4-BE49-F238E27FC236}">
                    <a16:creationId xmlns:a16="http://schemas.microsoft.com/office/drawing/2014/main" id="{C633C489-E727-147D-D716-27A22C2E463A}"/>
                  </a:ext>
                </a:extLst>
              </p:cNvPr>
              <p:cNvSpPr txBox="1"/>
              <p:nvPr/>
            </p:nvSpPr>
            <p:spPr>
              <a:xfrm>
                <a:off x="4671860" y="637888"/>
                <a:ext cx="864681" cy="102789"/>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0" name="Google Shape;1458;p23">
            <a:extLst>
              <a:ext uri="{FF2B5EF4-FFF2-40B4-BE49-F238E27FC236}">
                <a16:creationId xmlns:a16="http://schemas.microsoft.com/office/drawing/2014/main" id="{E7DBD5B1-BBB2-6881-A2BB-A5FDD3F2E403}"/>
              </a:ext>
            </a:extLst>
          </p:cNvPr>
          <p:cNvSpPr txBox="1"/>
          <p:nvPr/>
        </p:nvSpPr>
        <p:spPr>
          <a:xfrm>
            <a:off x="1717979" y="2443794"/>
            <a:ext cx="1485861" cy="12042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05</a:t>
            </a:r>
            <a:endParaRPr/>
          </a:p>
        </p:txBody>
      </p:sp>
      <p:grpSp>
        <p:nvGrpSpPr>
          <p:cNvPr id="11" name="Google Shape;1460;p23">
            <a:extLst>
              <a:ext uri="{FF2B5EF4-FFF2-40B4-BE49-F238E27FC236}">
                <a16:creationId xmlns:a16="http://schemas.microsoft.com/office/drawing/2014/main" id="{C0C6076E-22E2-B3E4-41BA-B5F7780CD150}"/>
              </a:ext>
            </a:extLst>
          </p:cNvPr>
          <p:cNvGrpSpPr/>
          <p:nvPr/>
        </p:nvGrpSpPr>
        <p:grpSpPr>
          <a:xfrm rot="2821008">
            <a:off x="17096377" y="336959"/>
            <a:ext cx="784515" cy="852149"/>
            <a:chOff x="17141858" y="393986"/>
            <a:chExt cx="1046020" cy="1136199"/>
          </a:xfrm>
        </p:grpSpPr>
        <p:grpSp>
          <p:nvGrpSpPr>
            <p:cNvPr id="14" name="Google Shape;1461;p23">
              <a:extLst>
                <a:ext uri="{FF2B5EF4-FFF2-40B4-BE49-F238E27FC236}">
                  <a16:creationId xmlns:a16="http://schemas.microsoft.com/office/drawing/2014/main" id="{49CB960D-7B89-5635-8C31-2B4663D4092D}"/>
                </a:ext>
              </a:extLst>
            </p:cNvPr>
            <p:cNvGrpSpPr/>
            <p:nvPr/>
          </p:nvGrpSpPr>
          <p:grpSpPr>
            <a:xfrm rot="-2821008">
              <a:off x="17190463" y="538142"/>
              <a:ext cx="943438" cy="1040647"/>
              <a:chOff x="17190463" y="538142"/>
              <a:chExt cx="343153" cy="378511"/>
            </a:xfrm>
          </p:grpSpPr>
          <p:sp>
            <p:nvSpPr>
              <p:cNvPr id="24" name="Google Shape;1462;p23">
                <a:extLst>
                  <a:ext uri="{FF2B5EF4-FFF2-40B4-BE49-F238E27FC236}">
                    <a16:creationId xmlns:a16="http://schemas.microsoft.com/office/drawing/2014/main" id="{D42B4581-C2C3-3B0E-D74B-B2D325AA0B5E}"/>
                  </a:ext>
                </a:extLst>
              </p:cNvPr>
              <p:cNvSpPr/>
              <p:nvPr/>
            </p:nvSpPr>
            <p:spPr>
              <a:xfrm>
                <a:off x="17190463" y="585767"/>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1463;p23">
                <a:extLst>
                  <a:ext uri="{FF2B5EF4-FFF2-40B4-BE49-F238E27FC236}">
                    <a16:creationId xmlns:a16="http://schemas.microsoft.com/office/drawing/2014/main" id="{F842B753-208D-B365-FFA2-467B896BA8AA}"/>
                  </a:ext>
                </a:extLst>
              </p:cNvPr>
              <p:cNvSpPr txBox="1"/>
              <p:nvPr/>
            </p:nvSpPr>
            <p:spPr>
              <a:xfrm>
                <a:off x="17190463" y="538142"/>
                <a:ext cx="343153" cy="378511"/>
              </a:xfrm>
              <a:prstGeom prst="rect">
                <a:avLst/>
              </a:prstGeom>
              <a:noFill/>
              <a:ln>
                <a:noFill/>
              </a:ln>
            </p:spPr>
            <p:txBody>
              <a:bodyPr spcFirstLastPara="1" wrap="square" lIns="117125" tIns="117125" rIns="117125" bIns="1171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 name="Google Shape;1464;p23">
              <a:extLst>
                <a:ext uri="{FF2B5EF4-FFF2-40B4-BE49-F238E27FC236}">
                  <a16:creationId xmlns:a16="http://schemas.microsoft.com/office/drawing/2014/main" id="{756ECA1B-E6E1-BD17-B0E5-18D9931A20B0}"/>
                </a:ext>
              </a:extLst>
            </p:cNvPr>
            <p:cNvGrpSpPr/>
            <p:nvPr/>
          </p:nvGrpSpPr>
          <p:grpSpPr>
            <a:xfrm rot="-2821008">
              <a:off x="17195836" y="345381"/>
              <a:ext cx="943438" cy="1040647"/>
              <a:chOff x="17195836" y="345381"/>
              <a:chExt cx="343153" cy="378511"/>
            </a:xfrm>
          </p:grpSpPr>
          <p:sp>
            <p:nvSpPr>
              <p:cNvPr id="22" name="Google Shape;1465;p23">
                <a:extLst>
                  <a:ext uri="{FF2B5EF4-FFF2-40B4-BE49-F238E27FC236}">
                    <a16:creationId xmlns:a16="http://schemas.microsoft.com/office/drawing/2014/main" id="{9BC290D7-612E-4662-9C79-34713D5842AE}"/>
                  </a:ext>
                </a:extLst>
              </p:cNvPr>
              <p:cNvSpPr/>
              <p:nvPr/>
            </p:nvSpPr>
            <p:spPr>
              <a:xfrm>
                <a:off x="17195836" y="393006"/>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466;p23">
                <a:extLst>
                  <a:ext uri="{FF2B5EF4-FFF2-40B4-BE49-F238E27FC236}">
                    <a16:creationId xmlns:a16="http://schemas.microsoft.com/office/drawing/2014/main" id="{CD462685-DAF8-D6F4-829A-C54624D89E7E}"/>
                  </a:ext>
                </a:extLst>
              </p:cNvPr>
              <p:cNvSpPr txBox="1"/>
              <p:nvPr/>
            </p:nvSpPr>
            <p:spPr>
              <a:xfrm>
                <a:off x="17195836" y="345381"/>
                <a:ext cx="343153" cy="378511"/>
              </a:xfrm>
              <a:prstGeom prst="rect">
                <a:avLst/>
              </a:prstGeom>
              <a:noFill/>
              <a:ln>
                <a:noFill/>
              </a:ln>
            </p:spPr>
            <p:txBody>
              <a:bodyPr spcFirstLastPara="1" wrap="square" lIns="117125" tIns="117125" rIns="117125" bIns="1171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 name="Google Shape;1467;p23">
              <a:extLst>
                <a:ext uri="{FF2B5EF4-FFF2-40B4-BE49-F238E27FC236}">
                  <a16:creationId xmlns:a16="http://schemas.microsoft.com/office/drawing/2014/main" id="{E92D58EB-BF98-DF60-FD72-B1BCA349B150}"/>
                </a:ext>
              </a:extLst>
            </p:cNvPr>
            <p:cNvGrpSpPr/>
            <p:nvPr/>
          </p:nvGrpSpPr>
          <p:grpSpPr>
            <a:xfrm>
              <a:off x="17680746" y="508585"/>
              <a:ext cx="69946" cy="699445"/>
              <a:chOff x="17680746" y="508585"/>
              <a:chExt cx="31856" cy="318558"/>
            </a:xfrm>
          </p:grpSpPr>
          <p:sp>
            <p:nvSpPr>
              <p:cNvPr id="20" name="Google Shape;1468;p23">
                <a:extLst>
                  <a:ext uri="{FF2B5EF4-FFF2-40B4-BE49-F238E27FC236}">
                    <a16:creationId xmlns:a16="http://schemas.microsoft.com/office/drawing/2014/main" id="{049D7EF0-A62D-03AA-A24A-D69A988EA4D3}"/>
                  </a:ext>
                </a:extLst>
              </p:cNvPr>
              <p:cNvSpPr/>
              <p:nvPr/>
            </p:nvSpPr>
            <p:spPr>
              <a:xfrm>
                <a:off x="17680746" y="55621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1469;p23">
                <a:extLst>
                  <a:ext uri="{FF2B5EF4-FFF2-40B4-BE49-F238E27FC236}">
                    <a16:creationId xmlns:a16="http://schemas.microsoft.com/office/drawing/2014/main" id="{9D6865F8-7ABC-F84C-FF5C-9235B55B9FAA}"/>
                  </a:ext>
                </a:extLst>
              </p:cNvPr>
              <p:cNvSpPr txBox="1"/>
              <p:nvPr/>
            </p:nvSpPr>
            <p:spPr>
              <a:xfrm>
                <a:off x="17680746" y="508585"/>
                <a:ext cx="31856" cy="318558"/>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470;p23">
              <a:extLst>
                <a:ext uri="{FF2B5EF4-FFF2-40B4-BE49-F238E27FC236}">
                  <a16:creationId xmlns:a16="http://schemas.microsoft.com/office/drawing/2014/main" id="{BBFD5E94-009C-E6A9-A2DF-7563FC5DB03A}"/>
                </a:ext>
              </a:extLst>
            </p:cNvPr>
            <p:cNvGrpSpPr/>
            <p:nvPr/>
          </p:nvGrpSpPr>
          <p:grpSpPr>
            <a:xfrm rot="5400000">
              <a:off x="17731743" y="560869"/>
              <a:ext cx="72519" cy="699445"/>
              <a:chOff x="17731743" y="560869"/>
              <a:chExt cx="33028" cy="318558"/>
            </a:xfrm>
          </p:grpSpPr>
          <p:sp>
            <p:nvSpPr>
              <p:cNvPr id="18" name="Google Shape;1471;p23">
                <a:extLst>
                  <a:ext uri="{FF2B5EF4-FFF2-40B4-BE49-F238E27FC236}">
                    <a16:creationId xmlns:a16="http://schemas.microsoft.com/office/drawing/2014/main" id="{1799813C-1F69-0E70-07A7-46F2E99D19FE}"/>
                  </a:ext>
                </a:extLst>
              </p:cNvPr>
              <p:cNvSpPr/>
              <p:nvPr/>
            </p:nvSpPr>
            <p:spPr>
              <a:xfrm>
                <a:off x="17731743" y="608494"/>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472;p23">
                <a:extLst>
                  <a:ext uri="{FF2B5EF4-FFF2-40B4-BE49-F238E27FC236}">
                    <a16:creationId xmlns:a16="http://schemas.microsoft.com/office/drawing/2014/main" id="{07A7F499-A044-47E2-5532-5C6BB8ADA670}"/>
                  </a:ext>
                </a:extLst>
              </p:cNvPr>
              <p:cNvSpPr txBox="1"/>
              <p:nvPr/>
            </p:nvSpPr>
            <p:spPr>
              <a:xfrm>
                <a:off x="17731743" y="560869"/>
                <a:ext cx="33028" cy="318558"/>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3" name="TextBox 2">
            <a:extLst>
              <a:ext uri="{FF2B5EF4-FFF2-40B4-BE49-F238E27FC236}">
                <a16:creationId xmlns:a16="http://schemas.microsoft.com/office/drawing/2014/main" id="{6A7E359B-A271-C008-F123-B18DFEFD8A9A}"/>
              </a:ext>
            </a:extLst>
          </p:cNvPr>
          <p:cNvSpPr txBox="1"/>
          <p:nvPr/>
        </p:nvSpPr>
        <p:spPr>
          <a:xfrm>
            <a:off x="1255143" y="4310044"/>
            <a:ext cx="7696199" cy="646330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5400">
                <a:solidFill>
                  <a:schemeClr val="tx1"/>
                </a:solidFill>
              </a:rPr>
              <a:t>W</a:t>
            </a:r>
            <a:r>
              <a:rPr lang="en-US" sz="2800">
                <a:solidFill>
                  <a:schemeClr val="tx1"/>
                </a:solidFill>
              </a:rPr>
              <a:t>aiting Room Management is a crucial aspect of hospital operations that focuses on efficiently managing patients who are waiting for their appointments or treatments. A well-organized waiting room system ensures that patients are attended to in a timely manner, reduces overcrowding, and enhances the overall patient experience. By implementing a systematic approach to managing the waiting area, hospitals can improve patient flow, minimize wait times, and optimize resource allocation.</a:t>
            </a:r>
          </a:p>
          <a:p>
            <a:endParaRPr lang="en-US" sz="2800" b="1">
              <a:solidFill>
                <a:schemeClr val="tx1"/>
              </a:solidFill>
            </a:endParaRPr>
          </a:p>
          <a:p>
            <a:pPr algn="l"/>
            <a:endParaRPr lang="en-US" sz="2400">
              <a:latin typeface="Aptos"/>
            </a:endParaRPr>
          </a:p>
        </p:txBody>
      </p:sp>
      <p:pic>
        <p:nvPicPr>
          <p:cNvPr id="2" name="Picture 1" descr="A group of people sitting in a hospital waiting room&#10;&#10;Description automatically generated">
            <a:extLst>
              <a:ext uri="{FF2B5EF4-FFF2-40B4-BE49-F238E27FC236}">
                <a16:creationId xmlns:a16="http://schemas.microsoft.com/office/drawing/2014/main" id="{45AF61CF-39D7-5FDA-896D-0E9FF98A993C}"/>
              </a:ext>
            </a:extLst>
          </p:cNvPr>
          <p:cNvPicPr>
            <a:picLocks noChangeAspect="1"/>
          </p:cNvPicPr>
          <p:nvPr/>
        </p:nvPicPr>
        <p:blipFill>
          <a:blip r:embed="rId2"/>
          <a:stretch>
            <a:fillRect/>
          </a:stretch>
        </p:blipFill>
        <p:spPr>
          <a:xfrm>
            <a:off x="11512867" y="2929890"/>
            <a:ext cx="5823585" cy="4305300"/>
          </a:xfrm>
          <a:prstGeom prst="rect">
            <a:avLst/>
          </a:prstGeom>
        </p:spPr>
      </p:pic>
    </p:spTree>
    <p:extLst>
      <p:ext uri="{BB962C8B-B14F-4D97-AF65-F5344CB8AC3E}">
        <p14:creationId xmlns:p14="http://schemas.microsoft.com/office/powerpoint/2010/main" val="1427498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5A5D2-1A95-A284-3F50-15C832331FB2}"/>
              </a:ext>
            </a:extLst>
          </p:cNvPr>
          <p:cNvSpPr>
            <a:spLocks noGrp="1"/>
          </p:cNvSpPr>
          <p:nvPr>
            <p:ph type="ctrTitle"/>
          </p:nvPr>
        </p:nvSpPr>
        <p:spPr/>
        <p:txBody>
          <a:bodyPr>
            <a:normAutofit fontScale="90000"/>
          </a:bodyPr>
          <a:lstStyle/>
          <a:p>
            <a:r>
              <a:rPr lang="en-US"/>
              <a:t> </a:t>
            </a:r>
          </a:p>
        </p:txBody>
      </p:sp>
      <p:sp>
        <p:nvSpPr>
          <p:cNvPr id="3" name="Subtitle 2">
            <a:extLst>
              <a:ext uri="{FF2B5EF4-FFF2-40B4-BE49-F238E27FC236}">
                <a16:creationId xmlns:a16="http://schemas.microsoft.com/office/drawing/2014/main" id="{D7022D13-1BC0-2D0A-E397-9C3825AB073D}"/>
              </a:ext>
            </a:extLst>
          </p:cNvPr>
          <p:cNvSpPr>
            <a:spLocks noGrp="1"/>
          </p:cNvSpPr>
          <p:nvPr>
            <p:ph type="subTitle" idx="1"/>
          </p:nvPr>
        </p:nvSpPr>
        <p:spPr/>
        <p:txBody>
          <a:bodyPr/>
          <a:lstStyle/>
          <a:p>
            <a:r>
              <a:rPr lang="en-US"/>
              <a:t>o</a:t>
            </a:r>
          </a:p>
        </p:txBody>
      </p:sp>
      <p:sp>
        <p:nvSpPr>
          <p:cNvPr id="4" name="Google Shape;1479;p24">
            <a:extLst>
              <a:ext uri="{FF2B5EF4-FFF2-40B4-BE49-F238E27FC236}">
                <a16:creationId xmlns:a16="http://schemas.microsoft.com/office/drawing/2014/main" id="{6AB497E0-3F47-26A4-1366-E36DA4B0D77D}"/>
              </a:ext>
            </a:extLst>
          </p:cNvPr>
          <p:cNvSpPr txBox="1"/>
          <p:nvPr/>
        </p:nvSpPr>
        <p:spPr>
          <a:xfrm>
            <a:off x="612690" y="982433"/>
            <a:ext cx="14317496" cy="147732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lang="en-US" sz="8000">
                <a:solidFill>
                  <a:srgbClr val="393A3F"/>
                </a:solidFill>
                <a:latin typeface="Anton"/>
              </a:rPr>
              <a:t>CHALLENGES IN WAITING ROOM </a:t>
            </a:r>
          </a:p>
        </p:txBody>
      </p:sp>
      <p:sp>
        <p:nvSpPr>
          <p:cNvPr id="7" name="Google Shape;1494;p24">
            <a:extLst>
              <a:ext uri="{FF2B5EF4-FFF2-40B4-BE49-F238E27FC236}">
                <a16:creationId xmlns:a16="http://schemas.microsoft.com/office/drawing/2014/main" id="{1AD7EE31-EC35-9154-A454-436ADBB06A46}"/>
              </a:ext>
            </a:extLst>
          </p:cNvPr>
          <p:cNvSpPr txBox="1"/>
          <p:nvPr/>
        </p:nvSpPr>
        <p:spPr>
          <a:xfrm>
            <a:off x="1182156" y="7645896"/>
            <a:ext cx="3788407" cy="3339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40025"/>
              </a:lnSpc>
              <a:spcBef>
                <a:spcPts val="0"/>
              </a:spcBef>
              <a:spcAft>
                <a:spcPts val="0"/>
              </a:spcAft>
              <a:buNone/>
            </a:pPr>
            <a:r>
              <a:rPr lang="en-US" sz="1550" b="0" i="0" u="none" strike="noStrike" cap="none">
                <a:solidFill>
                  <a:srgbClr val="000000"/>
                </a:solidFill>
                <a:latin typeface="Arimo"/>
                <a:ea typeface="Arimo"/>
                <a:cs typeface="Arimo"/>
                <a:sym typeface="Arimo"/>
              </a:rPr>
              <a:t> </a:t>
            </a:r>
            <a:endParaRPr sz="1550"/>
          </a:p>
        </p:txBody>
      </p:sp>
      <p:sp>
        <p:nvSpPr>
          <p:cNvPr id="54" name="Google Shape;1494;p24">
            <a:extLst>
              <a:ext uri="{FF2B5EF4-FFF2-40B4-BE49-F238E27FC236}">
                <a16:creationId xmlns:a16="http://schemas.microsoft.com/office/drawing/2014/main" id="{8C7CCFAC-9B72-879A-F910-36B459EEBEFB}"/>
              </a:ext>
            </a:extLst>
          </p:cNvPr>
          <p:cNvSpPr txBox="1"/>
          <p:nvPr/>
        </p:nvSpPr>
        <p:spPr>
          <a:xfrm>
            <a:off x="884663" y="7567609"/>
            <a:ext cx="5041009" cy="3339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40025"/>
              </a:lnSpc>
              <a:spcBef>
                <a:spcPts val="0"/>
              </a:spcBef>
              <a:spcAft>
                <a:spcPts val="0"/>
              </a:spcAft>
              <a:buNone/>
            </a:pPr>
            <a:r>
              <a:rPr lang="en-US" sz="1550" b="0" i="0" u="none" strike="noStrike" cap="none">
                <a:solidFill>
                  <a:srgbClr val="000000"/>
                </a:solidFill>
                <a:latin typeface="Arimo"/>
                <a:ea typeface="Arimo"/>
                <a:cs typeface="Arimo"/>
                <a:sym typeface="Arimo"/>
              </a:rPr>
              <a:t> </a:t>
            </a:r>
            <a:endParaRPr sz="1550"/>
          </a:p>
        </p:txBody>
      </p:sp>
      <p:sp>
        <p:nvSpPr>
          <p:cNvPr id="55" name="TextBox 1">
            <a:extLst>
              <a:ext uri="{FF2B5EF4-FFF2-40B4-BE49-F238E27FC236}">
                <a16:creationId xmlns:a16="http://schemas.microsoft.com/office/drawing/2014/main" id="{CE1030E5-027C-BFBB-DACC-220873D91CD1}"/>
              </a:ext>
            </a:extLst>
          </p:cNvPr>
          <p:cNvSpPr txBox="1"/>
          <p:nvPr/>
        </p:nvSpPr>
        <p:spPr>
          <a:xfrm>
            <a:off x="618369" y="3194762"/>
            <a:ext cx="12215171" cy="569386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a:ea typeface="__Inter_d65c78"/>
                <a:cs typeface="__Inter_d65c78"/>
              </a:rPr>
              <a:t>Challenge :-</a:t>
            </a:r>
            <a:endParaRPr lang="en-US" sz="2800" b="1" i="0">
              <a:ea typeface="__Inter_d65c78"/>
              <a:cs typeface="__Inter_d65c78"/>
            </a:endParaRPr>
          </a:p>
          <a:p>
            <a:pPr algn="l">
              <a:buFont typeface=""/>
              <a:buAutoNum type="arabicPeriod"/>
            </a:pPr>
            <a:r>
              <a:rPr lang="en-US" sz="2800" b="1" i="0">
                <a:solidFill>
                  <a:schemeClr val="accent5">
                    <a:lumMod val="25000"/>
                  </a:schemeClr>
                </a:solidFill>
                <a:ea typeface="__Inter_d65c78"/>
                <a:cs typeface="__Inter_d65c78"/>
              </a:rPr>
              <a:t>Overcrowding</a:t>
            </a:r>
            <a:r>
              <a:rPr lang="en-US" sz="2800" b="0" i="0">
                <a:solidFill>
                  <a:schemeClr val="accent2">
                    <a:lumMod val="25000"/>
                  </a:schemeClr>
                </a:solidFill>
                <a:ea typeface="__Inter_d65c78"/>
                <a:cs typeface="__Inter_d65c78"/>
              </a:rPr>
              <a:t>: High patient volumes can lead to overcrowded waiting rooms, causing discomfort and anxiety among patients.</a:t>
            </a:r>
          </a:p>
          <a:p>
            <a:pPr algn="l">
              <a:buFont typeface=""/>
              <a:buAutoNum type="arabicPeriod"/>
            </a:pPr>
            <a:r>
              <a:rPr lang="en-US" sz="2800" b="1" i="0">
                <a:solidFill>
                  <a:schemeClr val="accent5">
                    <a:lumMod val="25000"/>
                  </a:schemeClr>
                </a:solidFill>
                <a:ea typeface="__Inter_d65c78"/>
                <a:cs typeface="__Inter_d65c78"/>
              </a:rPr>
              <a:t>Inefficient Patient Flow</a:t>
            </a:r>
            <a:r>
              <a:rPr lang="en-US" sz="2800" b="0" i="0">
                <a:solidFill>
                  <a:schemeClr val="accent2">
                    <a:lumMod val="25000"/>
                  </a:schemeClr>
                </a:solidFill>
                <a:ea typeface="__Inter_d65c78"/>
                <a:cs typeface="__Inter_d65c78"/>
              </a:rPr>
              <a:t>: Without a structured system, patients may not be seen in the order they arrive, leading to frustration and dissatisfaction.</a:t>
            </a:r>
          </a:p>
          <a:p>
            <a:pPr algn="l">
              <a:buFont typeface=""/>
              <a:buAutoNum type="arabicPeriod"/>
            </a:pPr>
            <a:r>
              <a:rPr lang="en-US" sz="2800" b="1" i="0">
                <a:solidFill>
                  <a:schemeClr val="accent5">
                    <a:lumMod val="25000"/>
                  </a:schemeClr>
                </a:solidFill>
                <a:ea typeface="__Inter_d65c78"/>
                <a:cs typeface="__Inter_d65c78"/>
              </a:rPr>
              <a:t>Communication Gaps</a:t>
            </a:r>
            <a:r>
              <a:rPr lang="en-US" sz="2800" b="0" i="0">
                <a:solidFill>
                  <a:schemeClr val="accent2">
                    <a:lumMod val="25000"/>
                  </a:schemeClr>
                </a:solidFill>
                <a:ea typeface="__Inter_d65c78"/>
                <a:cs typeface="__Inter_d65c78"/>
              </a:rPr>
              <a:t>: Patients may not be informed about delays or changes in their appointment status, resulting in confusion and a poor experience.</a:t>
            </a:r>
          </a:p>
          <a:p>
            <a:pPr algn="l">
              <a:buFont typeface=""/>
              <a:buAutoNum type="arabicPeriod"/>
            </a:pPr>
            <a:r>
              <a:rPr lang="en-US" sz="2800" b="1" i="0">
                <a:solidFill>
                  <a:schemeClr val="accent5">
                    <a:lumMod val="25000"/>
                  </a:schemeClr>
                </a:solidFill>
                <a:ea typeface="__Inter_d65c78"/>
                <a:cs typeface="__Inter_d65c78"/>
              </a:rPr>
              <a:t>Resource Allocation</a:t>
            </a:r>
            <a:r>
              <a:rPr lang="en-US" sz="2800" b="0" i="0">
                <a:solidFill>
                  <a:schemeClr val="accent2">
                    <a:lumMod val="25000"/>
                  </a:schemeClr>
                </a:solidFill>
                <a:ea typeface="__Inter_d65c78"/>
                <a:cs typeface="__Inter_d65c78"/>
              </a:rPr>
              <a:t>: Difficulty in managing staff resources effectively can lead to longer wait times and reduced quality of care.</a:t>
            </a:r>
          </a:p>
          <a:p>
            <a:pPr algn="l">
              <a:buFont typeface=""/>
              <a:buAutoNum type="arabicPeriod"/>
            </a:pPr>
            <a:r>
              <a:rPr lang="en-US" sz="2800" b="1" i="0">
                <a:solidFill>
                  <a:schemeClr val="accent5">
                    <a:lumMod val="25000"/>
                  </a:schemeClr>
                </a:solidFill>
                <a:ea typeface="__Inter_d65c78"/>
                <a:cs typeface="__Inter_d65c78"/>
              </a:rPr>
              <a:t>Data Management</a:t>
            </a:r>
            <a:r>
              <a:rPr lang="en-US" sz="2800" b="0" i="0">
                <a:solidFill>
                  <a:schemeClr val="accent2">
                    <a:lumMod val="25000"/>
                  </a:schemeClr>
                </a:solidFill>
                <a:ea typeface="__Inter_d65c78"/>
                <a:cs typeface="__Inter_d65c78"/>
              </a:rPr>
              <a:t>: Keeping track of patient information and status in a dynamic waiting room environment can be challenging without proper systems in place.</a:t>
            </a:r>
            <a:endParaRPr lang="en-US" sz="2800">
              <a:solidFill>
                <a:schemeClr val="accent2">
                  <a:lumMod val="25000"/>
                </a:schemeClr>
              </a:solidFill>
            </a:endParaRPr>
          </a:p>
        </p:txBody>
      </p:sp>
    </p:spTree>
    <p:extLst>
      <p:ext uri="{BB962C8B-B14F-4D97-AF65-F5344CB8AC3E}">
        <p14:creationId xmlns:p14="http://schemas.microsoft.com/office/powerpoint/2010/main" val="3793090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52E6A70-8D80-048E-DA66-10AF3FF74EF0}"/>
              </a:ext>
            </a:extLst>
          </p:cNvPr>
          <p:cNvSpPr>
            <a:spLocks noGrp="1"/>
          </p:cNvSpPr>
          <p:nvPr>
            <p:ph type="subTitle" idx="1"/>
          </p:nvPr>
        </p:nvSpPr>
        <p:spPr/>
        <p:txBody>
          <a:bodyPr/>
          <a:lstStyle/>
          <a:p>
            <a:r>
              <a:rPr lang="en-US"/>
              <a:t>j</a:t>
            </a:r>
          </a:p>
        </p:txBody>
      </p:sp>
      <p:grpSp>
        <p:nvGrpSpPr>
          <p:cNvPr id="5" name="Google Shape;1617;p26">
            <a:extLst>
              <a:ext uri="{FF2B5EF4-FFF2-40B4-BE49-F238E27FC236}">
                <a16:creationId xmlns:a16="http://schemas.microsoft.com/office/drawing/2014/main" id="{84A1FEDE-E1CC-D239-328D-70423C005565}"/>
              </a:ext>
            </a:extLst>
          </p:cNvPr>
          <p:cNvGrpSpPr/>
          <p:nvPr/>
        </p:nvGrpSpPr>
        <p:grpSpPr>
          <a:xfrm rot="2821008">
            <a:off x="16974457" y="1266599"/>
            <a:ext cx="784515" cy="852149"/>
            <a:chOff x="17141858" y="393986"/>
            <a:chExt cx="1046020" cy="1136199"/>
          </a:xfrm>
        </p:grpSpPr>
        <p:grpSp>
          <p:nvGrpSpPr>
            <p:cNvPr id="36" name="Google Shape;1618;p26">
              <a:extLst>
                <a:ext uri="{FF2B5EF4-FFF2-40B4-BE49-F238E27FC236}">
                  <a16:creationId xmlns:a16="http://schemas.microsoft.com/office/drawing/2014/main" id="{8E2B5112-D958-11EC-6C94-9C8BD00421E8}"/>
                </a:ext>
              </a:extLst>
            </p:cNvPr>
            <p:cNvGrpSpPr/>
            <p:nvPr/>
          </p:nvGrpSpPr>
          <p:grpSpPr>
            <a:xfrm rot="-2821008">
              <a:off x="17190463" y="538142"/>
              <a:ext cx="943438" cy="1040647"/>
              <a:chOff x="17190463" y="538142"/>
              <a:chExt cx="343153" cy="378511"/>
            </a:xfrm>
          </p:grpSpPr>
          <p:sp>
            <p:nvSpPr>
              <p:cNvPr id="46" name="Google Shape;1619;p26">
                <a:extLst>
                  <a:ext uri="{FF2B5EF4-FFF2-40B4-BE49-F238E27FC236}">
                    <a16:creationId xmlns:a16="http://schemas.microsoft.com/office/drawing/2014/main" id="{A4D79D66-3E7A-AD16-D926-C3B2F426C178}"/>
                  </a:ext>
                </a:extLst>
              </p:cNvPr>
              <p:cNvSpPr/>
              <p:nvPr/>
            </p:nvSpPr>
            <p:spPr>
              <a:xfrm>
                <a:off x="17190463" y="585767"/>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7" name="Google Shape;1620;p26">
                <a:extLst>
                  <a:ext uri="{FF2B5EF4-FFF2-40B4-BE49-F238E27FC236}">
                    <a16:creationId xmlns:a16="http://schemas.microsoft.com/office/drawing/2014/main" id="{8B95C3F1-6407-1A19-3519-2D8B4A5986ED}"/>
                  </a:ext>
                </a:extLst>
              </p:cNvPr>
              <p:cNvSpPr txBox="1"/>
              <p:nvPr/>
            </p:nvSpPr>
            <p:spPr>
              <a:xfrm>
                <a:off x="17190463" y="538142"/>
                <a:ext cx="343153" cy="378511"/>
              </a:xfrm>
              <a:prstGeom prst="rect">
                <a:avLst/>
              </a:prstGeom>
              <a:noFill/>
              <a:ln>
                <a:noFill/>
              </a:ln>
            </p:spPr>
            <p:txBody>
              <a:bodyPr spcFirstLastPara="1" wrap="square" lIns="117125" tIns="117125" rIns="117125" bIns="1171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 name="Google Shape;1621;p26">
              <a:extLst>
                <a:ext uri="{FF2B5EF4-FFF2-40B4-BE49-F238E27FC236}">
                  <a16:creationId xmlns:a16="http://schemas.microsoft.com/office/drawing/2014/main" id="{269004CC-1D07-2D91-82F2-679B96CC0A5A}"/>
                </a:ext>
              </a:extLst>
            </p:cNvPr>
            <p:cNvGrpSpPr/>
            <p:nvPr/>
          </p:nvGrpSpPr>
          <p:grpSpPr>
            <a:xfrm rot="-2821008">
              <a:off x="17195836" y="345381"/>
              <a:ext cx="943438" cy="1040647"/>
              <a:chOff x="17195836" y="345381"/>
              <a:chExt cx="343153" cy="378511"/>
            </a:xfrm>
          </p:grpSpPr>
          <p:sp>
            <p:nvSpPr>
              <p:cNvPr id="44" name="Google Shape;1622;p26">
                <a:extLst>
                  <a:ext uri="{FF2B5EF4-FFF2-40B4-BE49-F238E27FC236}">
                    <a16:creationId xmlns:a16="http://schemas.microsoft.com/office/drawing/2014/main" id="{73AB93CC-485E-8FD4-C6CD-27E033C0DBC1}"/>
                  </a:ext>
                </a:extLst>
              </p:cNvPr>
              <p:cNvSpPr/>
              <p:nvPr/>
            </p:nvSpPr>
            <p:spPr>
              <a:xfrm>
                <a:off x="17195836" y="393006"/>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5" name="Google Shape;1623;p26">
                <a:extLst>
                  <a:ext uri="{FF2B5EF4-FFF2-40B4-BE49-F238E27FC236}">
                    <a16:creationId xmlns:a16="http://schemas.microsoft.com/office/drawing/2014/main" id="{7EC7D869-F1B3-B376-6B87-C76348C0B863}"/>
                  </a:ext>
                </a:extLst>
              </p:cNvPr>
              <p:cNvSpPr txBox="1"/>
              <p:nvPr/>
            </p:nvSpPr>
            <p:spPr>
              <a:xfrm>
                <a:off x="17195836" y="345381"/>
                <a:ext cx="343153" cy="378511"/>
              </a:xfrm>
              <a:prstGeom prst="rect">
                <a:avLst/>
              </a:prstGeom>
              <a:noFill/>
              <a:ln>
                <a:noFill/>
              </a:ln>
            </p:spPr>
            <p:txBody>
              <a:bodyPr spcFirstLastPara="1" wrap="square" lIns="117125" tIns="117125" rIns="117125" bIns="1171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 name="Google Shape;1624;p26">
              <a:extLst>
                <a:ext uri="{FF2B5EF4-FFF2-40B4-BE49-F238E27FC236}">
                  <a16:creationId xmlns:a16="http://schemas.microsoft.com/office/drawing/2014/main" id="{801B8D82-CA3B-DD9D-3C80-69C03B1DFF53}"/>
                </a:ext>
              </a:extLst>
            </p:cNvPr>
            <p:cNvGrpSpPr/>
            <p:nvPr/>
          </p:nvGrpSpPr>
          <p:grpSpPr>
            <a:xfrm>
              <a:off x="17680746" y="508585"/>
              <a:ext cx="69946" cy="699445"/>
              <a:chOff x="17680746" y="508585"/>
              <a:chExt cx="31856" cy="318558"/>
            </a:xfrm>
          </p:grpSpPr>
          <p:sp>
            <p:nvSpPr>
              <p:cNvPr id="42" name="Google Shape;1625;p26">
                <a:extLst>
                  <a:ext uri="{FF2B5EF4-FFF2-40B4-BE49-F238E27FC236}">
                    <a16:creationId xmlns:a16="http://schemas.microsoft.com/office/drawing/2014/main" id="{D10AF875-1C51-338D-0B49-AE5260B03979}"/>
                  </a:ext>
                </a:extLst>
              </p:cNvPr>
              <p:cNvSpPr/>
              <p:nvPr/>
            </p:nvSpPr>
            <p:spPr>
              <a:xfrm>
                <a:off x="17680746" y="55621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3" name="Google Shape;1626;p26">
                <a:extLst>
                  <a:ext uri="{FF2B5EF4-FFF2-40B4-BE49-F238E27FC236}">
                    <a16:creationId xmlns:a16="http://schemas.microsoft.com/office/drawing/2014/main" id="{1E8C151F-4FB9-07DF-2E72-793276469A3D}"/>
                  </a:ext>
                </a:extLst>
              </p:cNvPr>
              <p:cNvSpPr txBox="1"/>
              <p:nvPr/>
            </p:nvSpPr>
            <p:spPr>
              <a:xfrm>
                <a:off x="17680746" y="508585"/>
                <a:ext cx="31856" cy="318558"/>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 name="Google Shape;1627;p26">
              <a:extLst>
                <a:ext uri="{FF2B5EF4-FFF2-40B4-BE49-F238E27FC236}">
                  <a16:creationId xmlns:a16="http://schemas.microsoft.com/office/drawing/2014/main" id="{AB56CE3A-0FD5-2BE2-3A93-DFD06114F175}"/>
                </a:ext>
              </a:extLst>
            </p:cNvPr>
            <p:cNvGrpSpPr/>
            <p:nvPr/>
          </p:nvGrpSpPr>
          <p:grpSpPr>
            <a:xfrm rot="5400000">
              <a:off x="17731743" y="560869"/>
              <a:ext cx="72519" cy="699445"/>
              <a:chOff x="17731743" y="560869"/>
              <a:chExt cx="33028" cy="318558"/>
            </a:xfrm>
          </p:grpSpPr>
          <p:sp>
            <p:nvSpPr>
              <p:cNvPr id="40" name="Google Shape;1628;p26">
                <a:extLst>
                  <a:ext uri="{FF2B5EF4-FFF2-40B4-BE49-F238E27FC236}">
                    <a16:creationId xmlns:a16="http://schemas.microsoft.com/office/drawing/2014/main" id="{54A75533-56C4-B802-2487-5ABFCCB3324E}"/>
                  </a:ext>
                </a:extLst>
              </p:cNvPr>
              <p:cNvSpPr/>
              <p:nvPr/>
            </p:nvSpPr>
            <p:spPr>
              <a:xfrm>
                <a:off x="17731743" y="608494"/>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1" name="Google Shape;1629;p26">
                <a:extLst>
                  <a:ext uri="{FF2B5EF4-FFF2-40B4-BE49-F238E27FC236}">
                    <a16:creationId xmlns:a16="http://schemas.microsoft.com/office/drawing/2014/main" id="{91246DDF-AF41-00D5-3D45-64626542D207}"/>
                  </a:ext>
                </a:extLst>
              </p:cNvPr>
              <p:cNvSpPr txBox="1"/>
              <p:nvPr/>
            </p:nvSpPr>
            <p:spPr>
              <a:xfrm>
                <a:off x="17731743" y="560869"/>
                <a:ext cx="33028" cy="318558"/>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7" name="TextBox 6">
            <a:extLst>
              <a:ext uri="{FF2B5EF4-FFF2-40B4-BE49-F238E27FC236}">
                <a16:creationId xmlns:a16="http://schemas.microsoft.com/office/drawing/2014/main" id="{A367570A-800C-F305-31BB-AA3D44C83E2A}"/>
              </a:ext>
            </a:extLst>
          </p:cNvPr>
          <p:cNvSpPr txBox="1"/>
          <p:nvPr/>
        </p:nvSpPr>
        <p:spPr>
          <a:xfrm>
            <a:off x="999577" y="3224199"/>
            <a:ext cx="10287000" cy="310854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600" b="1" i="0">
                <a:solidFill>
                  <a:schemeClr val="accent5">
                    <a:lumMod val="25000"/>
                  </a:schemeClr>
                </a:solidFill>
                <a:latin typeface="Anton"/>
                <a:ea typeface="__Inter_d65c78"/>
                <a:cs typeface="__Inter_d65c78"/>
              </a:rPr>
              <a:t>Data Structure </a:t>
            </a:r>
            <a:r>
              <a:rPr lang="en-US" sz="3600" b="1">
                <a:solidFill>
                  <a:schemeClr val="accent5">
                    <a:lumMod val="25000"/>
                  </a:schemeClr>
                </a:solidFill>
                <a:latin typeface="Anton"/>
                <a:ea typeface="__Inter_d65c78"/>
                <a:cs typeface="__Inter_d65c78"/>
              </a:rPr>
              <a:t>Definition :</a:t>
            </a:r>
            <a:endParaRPr lang="en-US" sz="3600" b="1">
              <a:solidFill>
                <a:schemeClr val="accent5">
                  <a:lumMod val="25000"/>
                </a:schemeClr>
              </a:solidFill>
              <a:latin typeface="__Inter_d65c78"/>
            </a:endParaRPr>
          </a:p>
          <a:p>
            <a:pPr marL="228600" lvl="1" indent="-228600">
              <a:buFont typeface=""/>
              <a:buAutoNum type="arabicPeriod"/>
            </a:pPr>
            <a:r>
              <a:rPr lang="en-US" sz="3200" b="1" i="0">
                <a:solidFill>
                  <a:schemeClr val="tx1">
                    <a:lumMod val="85000"/>
                    <a:lumOff val="15000"/>
                  </a:schemeClr>
                </a:solidFill>
                <a:latin typeface="__Inter_d65c78"/>
                <a:ea typeface="__Inter_d65c78"/>
                <a:cs typeface="__Inter_d65c78"/>
              </a:rPr>
              <a:t>A structure named </a:t>
            </a:r>
            <a:r>
              <a:rPr lang="en-US" sz="3200" b="1">
                <a:solidFill>
                  <a:schemeClr val="tx1">
                    <a:lumMod val="85000"/>
                    <a:lumOff val="15000"/>
                  </a:schemeClr>
                </a:solidFill>
                <a:latin typeface="__Inter_d65c78"/>
                <a:ea typeface="__Inter_d65c78"/>
                <a:cs typeface="__Inter_d65c78"/>
              </a:rPr>
              <a:t>Waiting Room</a:t>
            </a:r>
            <a:r>
              <a:rPr lang="en-US" sz="3200" b="1" i="0">
                <a:solidFill>
                  <a:schemeClr val="tx1">
                    <a:lumMod val="85000"/>
                    <a:lumOff val="15000"/>
                  </a:schemeClr>
                </a:solidFill>
                <a:latin typeface="__Inter_d65c78"/>
                <a:ea typeface="__Inter_d65c78"/>
                <a:cs typeface="__Inter_d65c78"/>
              </a:rPr>
              <a:t> is defined to represent the queue. It contains:</a:t>
            </a:r>
          </a:p>
          <a:p>
            <a:pPr lvl="2" algn="l"/>
            <a:r>
              <a:rPr lang="en-US" sz="3200" b="1">
                <a:solidFill>
                  <a:schemeClr val="tx1">
                    <a:lumMod val="85000"/>
                    <a:lumOff val="15000"/>
                  </a:schemeClr>
                </a:solidFill>
                <a:latin typeface="__Inter_d65c78"/>
                <a:ea typeface="__Inter_d65c78"/>
                <a:cs typeface="__Inter_d65c78"/>
              </a:rPr>
              <a:t>.</a:t>
            </a:r>
            <a:r>
              <a:rPr lang="en-US" sz="3200" b="1" i="0">
                <a:solidFill>
                  <a:schemeClr val="tx1">
                    <a:lumMod val="85000"/>
                    <a:lumOff val="15000"/>
                  </a:schemeClr>
                </a:solidFill>
                <a:latin typeface="__Inter_d65c78"/>
                <a:ea typeface="__Inter_d65c78"/>
                <a:cs typeface="__Inter_d65c78"/>
              </a:rPr>
              <a:t>An array patients to hold the names of patients.</a:t>
            </a:r>
          </a:p>
          <a:p>
            <a:pPr lvl="2" algn="l"/>
            <a:r>
              <a:rPr lang="en-US" sz="3200" b="1">
                <a:solidFill>
                  <a:schemeClr val="tx1">
                    <a:lumMod val="85000"/>
                    <a:lumOff val="15000"/>
                  </a:schemeClr>
                </a:solidFill>
                <a:latin typeface="__Inter_d65c78"/>
                <a:ea typeface="__Inter_d65c78"/>
                <a:cs typeface="__Inter_d65c78"/>
              </a:rPr>
              <a:t>.</a:t>
            </a:r>
            <a:r>
              <a:rPr lang="en-US" sz="3200" b="1" i="0">
                <a:solidFill>
                  <a:schemeClr val="tx1">
                    <a:lumMod val="85000"/>
                    <a:lumOff val="15000"/>
                  </a:schemeClr>
                </a:solidFill>
                <a:latin typeface="__Inter_d65c78"/>
                <a:ea typeface="__Inter_d65c78"/>
                <a:cs typeface="__Inter_d65c78"/>
              </a:rPr>
              <a:t>Two integer variables, front and rear, to track the positions of the front and rear of the queue.</a:t>
            </a:r>
            <a:endParaRPr lang="en-US" sz="3200" b="1">
              <a:solidFill>
                <a:schemeClr val="tx1">
                  <a:lumMod val="85000"/>
                  <a:lumOff val="15000"/>
                </a:schemeClr>
              </a:solidFill>
            </a:endParaRPr>
          </a:p>
        </p:txBody>
      </p:sp>
      <p:sp>
        <p:nvSpPr>
          <p:cNvPr id="8" name="TextBox 7">
            <a:extLst>
              <a:ext uri="{FF2B5EF4-FFF2-40B4-BE49-F238E27FC236}">
                <a16:creationId xmlns:a16="http://schemas.microsoft.com/office/drawing/2014/main" id="{89124AD1-8CA2-2A42-943B-EEB7E75CB438}"/>
              </a:ext>
            </a:extLst>
          </p:cNvPr>
          <p:cNvSpPr txBox="1"/>
          <p:nvPr/>
        </p:nvSpPr>
        <p:spPr>
          <a:xfrm>
            <a:off x="999577" y="6500591"/>
            <a:ext cx="9540240" cy="267765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br>
              <a:rPr lang="en-US" sz="3600">
                <a:latin typeface="Anton"/>
              </a:rPr>
            </a:br>
            <a:r>
              <a:rPr lang="en-US" sz="3600" b="1">
                <a:solidFill>
                  <a:schemeClr val="accent5">
                    <a:lumMod val="25000"/>
                  </a:schemeClr>
                </a:solidFill>
                <a:latin typeface="Anton"/>
              </a:rPr>
              <a:t>Initialization :</a:t>
            </a:r>
            <a:endParaRPr lang="en-US" sz="3600" b="1">
              <a:solidFill>
                <a:srgbClr val="BDB7AF"/>
              </a:solidFill>
              <a:latin typeface="__Inter_d65c78"/>
            </a:endParaRPr>
          </a:p>
          <a:p>
            <a:pPr lvl="1"/>
            <a:r>
              <a:rPr lang="en-US" sz="2800">
                <a:solidFill>
                  <a:schemeClr val="tx1">
                    <a:lumMod val="95000"/>
                    <a:lumOff val="5000"/>
                  </a:schemeClr>
                </a:solidFill>
                <a:latin typeface="__Inter_d65c78"/>
                <a:ea typeface="__Inter_d65c78"/>
                <a:cs typeface="__Inter_d65c78"/>
              </a:rPr>
              <a:t>1</a:t>
            </a:r>
            <a:r>
              <a:rPr lang="en-US" sz="2800">
                <a:solidFill>
                  <a:srgbClr val="BDB7AF"/>
                </a:solidFill>
                <a:latin typeface="__Inter_d65c78"/>
                <a:ea typeface="__Inter_d65c78"/>
                <a:cs typeface="__Inter_d65c78"/>
              </a:rPr>
              <a:t>. </a:t>
            </a:r>
            <a:r>
              <a:rPr lang="en-US" sz="3200" b="1" i="0">
                <a:solidFill>
                  <a:schemeClr val="tx1">
                    <a:lumMod val="85000"/>
                    <a:lumOff val="15000"/>
                  </a:schemeClr>
                </a:solidFill>
                <a:latin typeface="__Inter_d65c78"/>
                <a:ea typeface="__Inter_d65c78"/>
                <a:cs typeface="__Inter_d65c78"/>
              </a:rPr>
              <a:t>The function </a:t>
            </a:r>
            <a:r>
              <a:rPr lang="en-US" sz="3200" b="1" err="1">
                <a:solidFill>
                  <a:schemeClr val="tx1">
                    <a:lumMod val="85000"/>
                    <a:lumOff val="15000"/>
                  </a:schemeClr>
                </a:solidFill>
                <a:latin typeface="__Inter_d65c78"/>
                <a:ea typeface="__Inter_d65c78"/>
                <a:cs typeface="__Inter_d65c78"/>
              </a:rPr>
              <a:t>int</a:t>
            </a:r>
            <a:r>
              <a:rPr lang="en-US" sz="3200" b="1" i="0" err="1">
                <a:solidFill>
                  <a:schemeClr val="tx1">
                    <a:lumMod val="85000"/>
                    <a:lumOff val="15000"/>
                  </a:schemeClr>
                </a:solidFill>
                <a:latin typeface="__Inter_d65c78"/>
                <a:ea typeface="__Inter_d65c78"/>
                <a:cs typeface="__Inter_d65c78"/>
              </a:rPr>
              <a:t>_waiting_room</a:t>
            </a:r>
            <a:r>
              <a:rPr lang="en-US" sz="3200" b="1" i="0">
                <a:solidFill>
                  <a:schemeClr val="tx1">
                    <a:lumMod val="85000"/>
                    <a:lumOff val="15000"/>
                  </a:schemeClr>
                </a:solidFill>
                <a:latin typeface="__Inter_d65c78"/>
                <a:ea typeface="__Inter_d65c78"/>
                <a:cs typeface="__Inter_d65c78"/>
              </a:rPr>
              <a:t> initializes the waiting room by setting both front and rear to zero, indicating that the queue is empty.</a:t>
            </a:r>
          </a:p>
        </p:txBody>
      </p:sp>
      <p:sp>
        <p:nvSpPr>
          <p:cNvPr id="49" name="Google Shape;1615;p26">
            <a:extLst>
              <a:ext uri="{FF2B5EF4-FFF2-40B4-BE49-F238E27FC236}">
                <a16:creationId xmlns:a16="http://schemas.microsoft.com/office/drawing/2014/main" id="{EF047561-A564-6061-C3ED-FB356D3B6BF5}"/>
              </a:ext>
            </a:extLst>
          </p:cNvPr>
          <p:cNvSpPr txBox="1"/>
          <p:nvPr/>
        </p:nvSpPr>
        <p:spPr>
          <a:xfrm>
            <a:off x="1005944" y="955379"/>
            <a:ext cx="16160893" cy="147732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6000">
                <a:solidFill>
                  <a:srgbClr val="393A3F"/>
                </a:solidFill>
                <a:latin typeface="Anton"/>
              </a:rPr>
              <a:t>HOW</a:t>
            </a:r>
            <a:r>
              <a:rPr lang="en-US" sz="9600">
                <a:solidFill>
                  <a:srgbClr val="393A3F"/>
                </a:solidFill>
                <a:latin typeface="Anton"/>
              </a:rPr>
              <a:t> </a:t>
            </a:r>
            <a:r>
              <a:rPr lang="en-US" sz="6000">
                <a:solidFill>
                  <a:srgbClr val="393A3F"/>
                </a:solidFill>
                <a:latin typeface="Anton"/>
              </a:rPr>
              <a:t>HOSPITAL</a:t>
            </a:r>
            <a:r>
              <a:rPr lang="en-US" sz="9600">
                <a:solidFill>
                  <a:srgbClr val="393A3F"/>
                </a:solidFill>
                <a:latin typeface="Anton"/>
              </a:rPr>
              <a:t> </a:t>
            </a:r>
            <a:r>
              <a:rPr lang="en-US" sz="6000">
                <a:solidFill>
                  <a:srgbClr val="393A3F"/>
                </a:solidFill>
                <a:latin typeface="Anton"/>
              </a:rPr>
              <a:t>MANAGEMENT</a:t>
            </a:r>
            <a:r>
              <a:rPr lang="en-US" sz="9600">
                <a:solidFill>
                  <a:srgbClr val="393A3F"/>
                </a:solidFill>
                <a:latin typeface="Anton"/>
              </a:rPr>
              <a:t> </a:t>
            </a:r>
            <a:r>
              <a:rPr lang="en-US" sz="6000">
                <a:solidFill>
                  <a:srgbClr val="393A3F"/>
                </a:solidFill>
                <a:latin typeface="Anton"/>
              </a:rPr>
              <a:t>WORKS</a:t>
            </a:r>
            <a:r>
              <a:rPr lang="en-US" sz="9600">
                <a:solidFill>
                  <a:srgbClr val="393A3F"/>
                </a:solidFill>
                <a:latin typeface="Anton"/>
              </a:rPr>
              <a:t> </a:t>
            </a:r>
            <a:r>
              <a:rPr lang="en-US" sz="6000">
                <a:solidFill>
                  <a:srgbClr val="393A3F"/>
                </a:solidFill>
                <a:latin typeface="Anton"/>
              </a:rPr>
              <a:t>IN</a:t>
            </a:r>
            <a:r>
              <a:rPr lang="en-US" sz="9600">
                <a:solidFill>
                  <a:srgbClr val="393A3F"/>
                </a:solidFill>
                <a:latin typeface="Anton"/>
              </a:rPr>
              <a:t> </a:t>
            </a:r>
            <a:r>
              <a:rPr lang="en-US" sz="6000">
                <a:solidFill>
                  <a:srgbClr val="393A3F"/>
                </a:solidFill>
                <a:latin typeface="Anton"/>
              </a:rPr>
              <a:t>QUEUE</a:t>
            </a:r>
          </a:p>
        </p:txBody>
      </p:sp>
    </p:spTree>
    <p:extLst>
      <p:ext uri="{BB962C8B-B14F-4D97-AF65-F5344CB8AC3E}">
        <p14:creationId xmlns:p14="http://schemas.microsoft.com/office/powerpoint/2010/main" val="679014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59EF616-3C03-76DA-3EA3-FE7D6ABC5C0D}"/>
              </a:ext>
            </a:extLst>
          </p:cNvPr>
          <p:cNvSpPr>
            <a:spLocks noGrp="1"/>
          </p:cNvSpPr>
          <p:nvPr>
            <p:ph type="subTitle" idx="1"/>
          </p:nvPr>
        </p:nvSpPr>
        <p:spPr/>
        <p:txBody>
          <a:bodyPr/>
          <a:lstStyle/>
          <a:p>
            <a:r>
              <a:rPr lang="en-US"/>
              <a:t>n</a:t>
            </a:r>
          </a:p>
        </p:txBody>
      </p:sp>
      <p:sp>
        <p:nvSpPr>
          <p:cNvPr id="4" name="Title 1">
            <a:extLst>
              <a:ext uri="{FF2B5EF4-FFF2-40B4-BE49-F238E27FC236}">
                <a16:creationId xmlns:a16="http://schemas.microsoft.com/office/drawing/2014/main" id="{84822D6D-49EF-0594-802B-B216232CEC94}"/>
              </a:ext>
            </a:extLst>
          </p:cNvPr>
          <p:cNvSpPr>
            <a:spLocks noGrp="1"/>
          </p:cNvSpPr>
          <p:nvPr/>
        </p:nvSpPr>
        <p:spPr>
          <a:xfrm>
            <a:off x="781990" y="777875"/>
            <a:ext cx="16557000" cy="1470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nton"/>
              <a:buNone/>
              <a:defRPr sz="12500" b="0" i="0" u="none" strike="noStrike" cap="none">
                <a:solidFill>
                  <a:srgbClr val="393A3F"/>
                </a:solidFill>
                <a:latin typeface="Anton"/>
                <a:ea typeface="Anton"/>
                <a:cs typeface="Anton"/>
                <a:sym typeface="Anto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7200"/>
              <a:t>HOW HOSPITAL MANAGEMENT WORKS IN QUEUE</a:t>
            </a:r>
          </a:p>
        </p:txBody>
      </p:sp>
      <p:sp>
        <p:nvSpPr>
          <p:cNvPr id="6" name="TextBox 3">
            <a:extLst>
              <a:ext uri="{FF2B5EF4-FFF2-40B4-BE49-F238E27FC236}">
                <a16:creationId xmlns:a16="http://schemas.microsoft.com/office/drawing/2014/main" id="{B5629194-A2F0-4253-5F67-D132E41D190A}"/>
              </a:ext>
            </a:extLst>
          </p:cNvPr>
          <p:cNvSpPr txBox="1"/>
          <p:nvPr/>
        </p:nvSpPr>
        <p:spPr>
          <a:xfrm>
            <a:off x="930569" y="3284220"/>
            <a:ext cx="16413480" cy="64325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a:solidFill>
                  <a:schemeClr val="accent5">
                    <a:lumMod val="25000"/>
                  </a:schemeClr>
                </a:solidFill>
              </a:rPr>
              <a:t>Queue Operations</a:t>
            </a:r>
            <a:r>
              <a:rPr lang="en-US" sz="2800" b="1">
                <a:solidFill>
                  <a:schemeClr val="accent5">
                    <a:lumMod val="25000"/>
                  </a:schemeClr>
                </a:solidFill>
              </a:rPr>
              <a:t>:</a:t>
            </a:r>
            <a:br>
              <a:rPr lang="en-US" sz="2800" b="1"/>
            </a:br>
            <a:br>
              <a:rPr lang="en-US" sz="2800" b="1"/>
            </a:br>
            <a:r>
              <a:rPr lang="en-US" sz="2800"/>
              <a:t>1. </a:t>
            </a:r>
            <a:r>
              <a:rPr lang="en-US" sz="3200" b="1">
                <a:solidFill>
                  <a:schemeClr val="accent5">
                    <a:lumMod val="25000"/>
                  </a:schemeClr>
                </a:solidFill>
              </a:rPr>
              <a:t>Check if</a:t>
            </a:r>
            <a:r>
              <a:rPr lang="en-US" sz="3200" b="1">
                <a:solidFill>
                  <a:schemeClr val="tx1">
                    <a:lumMod val="95000"/>
                    <a:lumOff val="5000"/>
                  </a:schemeClr>
                </a:solidFill>
              </a:rPr>
              <a:t> </a:t>
            </a:r>
            <a:r>
              <a:rPr lang="en-US" sz="3200" b="1">
                <a:solidFill>
                  <a:schemeClr val="accent5">
                    <a:lumMod val="25000"/>
                  </a:schemeClr>
                </a:solidFill>
              </a:rPr>
              <a:t>Full</a:t>
            </a:r>
            <a:r>
              <a:rPr lang="en-US" sz="2800">
                <a:solidFill>
                  <a:schemeClr val="tx1">
                    <a:lumMod val="95000"/>
                    <a:lumOff val="5000"/>
                  </a:schemeClr>
                </a:solidFill>
              </a:rPr>
              <a:t>: The function </a:t>
            </a:r>
            <a:r>
              <a:rPr lang="en-US" sz="2800" err="1">
                <a:solidFill>
                  <a:schemeClr val="tx1">
                    <a:lumMod val="95000"/>
                    <a:lumOff val="5000"/>
                  </a:schemeClr>
                </a:solidFill>
              </a:rPr>
              <a:t>is_full</a:t>
            </a:r>
            <a:r>
              <a:rPr lang="en-US" sz="2800">
                <a:solidFill>
                  <a:schemeClr val="tx1">
                    <a:lumMod val="95000"/>
                    <a:lumOff val="5000"/>
                  </a:schemeClr>
                </a:solidFill>
              </a:rPr>
              <a:t> checks if the queue is full by determining if incrementing the rear index would wrap around to the front.</a:t>
            </a:r>
            <a:br>
              <a:rPr lang="en-US" sz="2800"/>
            </a:br>
            <a:r>
              <a:rPr lang="en-US" sz="2800">
                <a:solidFill>
                  <a:schemeClr val="tx1">
                    <a:lumMod val="95000"/>
                    <a:lumOff val="5000"/>
                  </a:schemeClr>
                </a:solidFill>
              </a:rPr>
              <a:t>2.</a:t>
            </a:r>
            <a:r>
              <a:rPr lang="en-US" sz="3200" b="1">
                <a:solidFill>
                  <a:schemeClr val="accent5">
                    <a:lumMod val="25000"/>
                  </a:schemeClr>
                </a:solidFill>
              </a:rPr>
              <a:t>Check if Empty</a:t>
            </a:r>
            <a:r>
              <a:rPr lang="en-US" sz="2800">
                <a:solidFill>
                  <a:schemeClr val="tx1">
                    <a:lumMod val="95000"/>
                    <a:lumOff val="5000"/>
                  </a:schemeClr>
                </a:solidFill>
              </a:rPr>
              <a:t>: The function </a:t>
            </a:r>
            <a:r>
              <a:rPr lang="en-US" sz="2800" err="1">
                <a:solidFill>
                  <a:schemeClr val="tx1">
                    <a:lumMod val="95000"/>
                    <a:lumOff val="5000"/>
                  </a:schemeClr>
                </a:solidFill>
              </a:rPr>
              <a:t>is_empty</a:t>
            </a:r>
            <a:r>
              <a:rPr lang="en-US" sz="2800">
                <a:solidFill>
                  <a:schemeClr val="tx1">
                    <a:lumMod val="95000"/>
                    <a:lumOff val="5000"/>
                  </a:schemeClr>
                </a:solidFill>
              </a:rPr>
              <a:t> checks if the queue is empty by comparing the front and rear indices.</a:t>
            </a:r>
            <a:br>
              <a:rPr lang="en-US" sz="2800"/>
            </a:br>
            <a:r>
              <a:rPr lang="en-US" sz="2800">
                <a:solidFill>
                  <a:schemeClr val="tx1">
                    <a:lumMod val="95000"/>
                    <a:lumOff val="5000"/>
                  </a:schemeClr>
                </a:solidFill>
              </a:rPr>
              <a:t>3.</a:t>
            </a:r>
            <a:r>
              <a:rPr lang="en-US" sz="3200" b="1">
                <a:solidFill>
                  <a:schemeClr val="accent5">
                    <a:lumMod val="25000"/>
                  </a:schemeClr>
                </a:solidFill>
              </a:rPr>
              <a:t>Add Patient</a:t>
            </a:r>
            <a:r>
              <a:rPr lang="en-US" sz="2800">
                <a:solidFill>
                  <a:schemeClr val="tx1">
                    <a:lumMod val="95000"/>
                    <a:lumOff val="5000"/>
                  </a:schemeClr>
                </a:solidFill>
              </a:rPr>
              <a:t>: The function </a:t>
            </a:r>
            <a:r>
              <a:rPr lang="en-US" sz="2800" err="1">
                <a:solidFill>
                  <a:schemeClr val="tx1">
                    <a:lumMod val="95000"/>
                    <a:lumOff val="5000"/>
                  </a:schemeClr>
                </a:solidFill>
              </a:rPr>
              <a:t>add_patient</a:t>
            </a:r>
            <a:r>
              <a:rPr lang="en-US" sz="2800">
                <a:solidFill>
                  <a:schemeClr val="tx1">
                    <a:lumMod val="95000"/>
                    <a:lumOff val="5000"/>
                  </a:schemeClr>
                </a:solidFill>
              </a:rPr>
              <a:t> adds a patient's name to the queue. If the queue is full, it prints an error message; otherwise, it copies the patient's name to the patients array and increments the rear index. </a:t>
            </a:r>
            <a:br>
              <a:rPr lang="en-US" sz="2800"/>
            </a:br>
            <a:r>
              <a:rPr lang="en-US" sz="2800">
                <a:solidFill>
                  <a:schemeClr val="tx1">
                    <a:lumMod val="95000"/>
                    <a:lumOff val="5000"/>
                  </a:schemeClr>
                </a:solidFill>
              </a:rPr>
              <a:t>4.</a:t>
            </a:r>
            <a:r>
              <a:rPr lang="en-US" sz="3200" b="1">
                <a:solidFill>
                  <a:schemeClr val="accent5">
                    <a:lumMod val="25000"/>
                  </a:schemeClr>
                </a:solidFill>
              </a:rPr>
              <a:t>Remove Patient</a:t>
            </a:r>
            <a:r>
              <a:rPr lang="en-US" sz="2800">
                <a:solidFill>
                  <a:schemeClr val="tx1">
                    <a:lumMod val="95000"/>
                    <a:lumOff val="5000"/>
                  </a:schemeClr>
                </a:solidFill>
              </a:rPr>
              <a:t>: The function </a:t>
            </a:r>
            <a:r>
              <a:rPr lang="en-US" sz="2800" err="1">
                <a:solidFill>
                  <a:schemeClr val="tx1">
                    <a:lumMod val="95000"/>
                    <a:lumOff val="5000"/>
                  </a:schemeClr>
                </a:solidFill>
              </a:rPr>
              <a:t>remove_patient</a:t>
            </a:r>
            <a:r>
              <a:rPr lang="en-US" sz="2800">
                <a:solidFill>
                  <a:schemeClr val="tx1">
                    <a:lumMod val="95000"/>
                    <a:lumOff val="5000"/>
                  </a:schemeClr>
                </a:solidFill>
              </a:rPr>
              <a:t> removes a patient from the front of the queue. If the queue is empty, it returns NULL. Otherwise, it copies the name of the patient being removed and increments the front index. </a:t>
            </a:r>
            <a:br>
              <a:rPr lang="en-US" sz="2800"/>
            </a:br>
            <a:r>
              <a:rPr lang="en-US" sz="2800">
                <a:solidFill>
                  <a:schemeClr val="tx1">
                    <a:lumMod val="95000"/>
                    <a:lumOff val="5000"/>
                  </a:schemeClr>
                </a:solidFill>
              </a:rPr>
              <a:t>5</a:t>
            </a:r>
            <a:r>
              <a:rPr lang="en-US" sz="2800">
                <a:solidFill>
                  <a:schemeClr val="tx1">
                    <a:lumMod val="95000"/>
                    <a:lumOff val="5000"/>
                  </a:schemeClr>
                </a:solidFill>
                <a:latin typeface="Anton"/>
              </a:rPr>
              <a:t>.</a:t>
            </a:r>
            <a:r>
              <a:rPr lang="en-US" sz="3200" b="1">
                <a:solidFill>
                  <a:schemeClr val="accent5">
                    <a:lumMod val="25000"/>
                  </a:schemeClr>
                </a:solidFill>
              </a:rPr>
              <a:t>Print Waiting List</a:t>
            </a:r>
            <a:r>
              <a:rPr lang="en-US" sz="2800">
                <a:solidFill>
                  <a:schemeClr val="tx1">
                    <a:lumMod val="95000"/>
                    <a:lumOff val="5000"/>
                  </a:schemeClr>
                </a:solidFill>
              </a:rPr>
              <a:t>: The function </a:t>
            </a:r>
            <a:r>
              <a:rPr lang="en-US" sz="2800" err="1">
                <a:solidFill>
                  <a:schemeClr val="tx1">
                    <a:lumMod val="95000"/>
                    <a:lumOff val="5000"/>
                  </a:schemeClr>
                </a:solidFill>
              </a:rPr>
              <a:t>print_waiting_list</a:t>
            </a:r>
            <a:r>
              <a:rPr lang="en-US" sz="2800">
                <a:solidFill>
                  <a:schemeClr val="tx1">
                    <a:lumMod val="95000"/>
                    <a:lumOff val="5000"/>
                  </a:schemeClr>
                </a:solidFill>
              </a:rPr>
              <a:t> iterates through the queue from front to rear, printing the names of all patients currently waiting. </a:t>
            </a:r>
          </a:p>
        </p:txBody>
      </p:sp>
    </p:spTree>
    <p:extLst>
      <p:ext uri="{BB962C8B-B14F-4D97-AF65-F5344CB8AC3E}">
        <p14:creationId xmlns:p14="http://schemas.microsoft.com/office/powerpoint/2010/main" val="3434488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3FDABB2-5D13-426C-0C76-6E3A4CEAE155}"/>
              </a:ext>
            </a:extLst>
          </p:cNvPr>
          <p:cNvSpPr>
            <a:spLocks noGrp="1"/>
          </p:cNvSpPr>
          <p:nvPr/>
        </p:nvSpPr>
        <p:spPr>
          <a:xfrm>
            <a:off x="755174" y="473075"/>
            <a:ext cx="15432328" cy="447845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nton"/>
              <a:buNone/>
              <a:defRPr sz="12500" b="0" i="0" u="none" strike="noStrike" cap="none">
                <a:solidFill>
                  <a:srgbClr val="393A3F"/>
                </a:solidFill>
                <a:latin typeface="Anton"/>
                <a:ea typeface="Anton"/>
                <a:cs typeface="Anton"/>
                <a:sym typeface="Anto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8000"/>
              <a:t>HOW HOSPITAL MANAGEMENT WORKS IN QUEUE</a:t>
            </a:r>
          </a:p>
        </p:txBody>
      </p:sp>
      <p:sp>
        <p:nvSpPr>
          <p:cNvPr id="5" name="Subtitle 2">
            <a:extLst>
              <a:ext uri="{FF2B5EF4-FFF2-40B4-BE49-F238E27FC236}">
                <a16:creationId xmlns:a16="http://schemas.microsoft.com/office/drawing/2014/main" id="{11393CFE-476A-6244-CA9E-332855CD94A7}"/>
              </a:ext>
            </a:extLst>
          </p:cNvPr>
          <p:cNvSpPr>
            <a:spLocks noGrp="1"/>
          </p:cNvSpPr>
          <p:nvPr/>
        </p:nvSpPr>
        <p:spPr>
          <a:xfrm>
            <a:off x="657311" y="4276902"/>
            <a:ext cx="15632381" cy="412155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640"/>
              </a:spcBef>
              <a:spcAft>
                <a:spcPts val="0"/>
              </a:spcAft>
              <a:buClr>
                <a:schemeClr val="dk1"/>
              </a:buClr>
              <a:buSzPts val="1500"/>
              <a:buFont typeface="Anton"/>
              <a:buNone/>
              <a:defRPr sz="1500" b="0" i="0" u="none" strike="noStrike" cap="none">
                <a:solidFill>
                  <a:schemeClr val="dk1"/>
                </a:solidFill>
                <a:latin typeface="Anton"/>
                <a:ea typeface="Anton"/>
                <a:cs typeface="Anton"/>
                <a:sym typeface="Anton"/>
              </a:defRPr>
            </a:lvl1pPr>
            <a:lvl2pPr marL="914400" marR="0" lvl="1" indent="-323850" algn="ctr" rtl="0">
              <a:lnSpc>
                <a:spcPct val="100000"/>
              </a:lnSpc>
              <a:spcBef>
                <a:spcPts val="560"/>
              </a:spcBef>
              <a:spcAft>
                <a:spcPts val="0"/>
              </a:spcAft>
              <a:buClr>
                <a:schemeClr val="dk1"/>
              </a:buClr>
              <a:buSzPts val="2800"/>
              <a:buFont typeface="Anton"/>
              <a:buNone/>
              <a:defRPr sz="1500" b="0" i="0" u="none" strike="noStrike" cap="none">
                <a:solidFill>
                  <a:schemeClr val="dk1"/>
                </a:solidFill>
                <a:latin typeface="Anton"/>
                <a:ea typeface="Anton"/>
                <a:cs typeface="Anton"/>
                <a:sym typeface="Anton"/>
              </a:defRPr>
            </a:lvl2pPr>
            <a:lvl3pPr marL="1371600" marR="0" lvl="2" indent="-323850" algn="ctr" rtl="0">
              <a:lnSpc>
                <a:spcPct val="100000"/>
              </a:lnSpc>
              <a:spcBef>
                <a:spcPts val="480"/>
              </a:spcBef>
              <a:spcAft>
                <a:spcPts val="0"/>
              </a:spcAft>
              <a:buClr>
                <a:schemeClr val="dk1"/>
              </a:buClr>
              <a:buSzPts val="2400"/>
              <a:buFont typeface="Anton"/>
              <a:buNone/>
              <a:defRPr sz="1500" b="0" i="0" u="none" strike="noStrike" cap="none">
                <a:solidFill>
                  <a:schemeClr val="dk1"/>
                </a:solidFill>
                <a:latin typeface="Anton"/>
                <a:ea typeface="Anton"/>
                <a:cs typeface="Anton"/>
                <a:sym typeface="Anton"/>
              </a:defRPr>
            </a:lvl3pPr>
            <a:lvl4pPr marL="1828800" marR="0" lvl="3"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4pPr>
            <a:lvl5pPr marL="2286000" marR="0" lvl="4"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5pPr>
            <a:lvl6pPr marL="2743200" marR="0" lvl="5"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6pPr>
            <a:lvl7pPr marL="3200400" marR="0" lvl="6"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7pPr>
            <a:lvl8pPr marL="3657600" marR="0" lvl="7"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8pPr>
            <a:lvl9pPr marL="4114800" marR="0" lvl="8"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9pPr>
          </a:lstStyle>
          <a:p>
            <a:pPr algn="l"/>
            <a:r>
              <a:rPr lang="en-US" sz="4000" b="1">
                <a:solidFill>
                  <a:schemeClr val="accent5">
                    <a:lumMod val="25000"/>
                  </a:schemeClr>
                </a:solidFill>
                <a:latin typeface="Arial"/>
              </a:rPr>
              <a:t>Main Function</a:t>
            </a:r>
          </a:p>
          <a:p>
            <a:pPr marL="285750" indent="-285750" algn="l">
              <a:buFont typeface="Arial"/>
              <a:buChar char="•"/>
            </a:pPr>
            <a:r>
              <a:rPr lang="en-US" sz="3200">
                <a:solidFill>
                  <a:schemeClr val="tx1">
                    <a:lumMod val="85000"/>
                    <a:lumOff val="15000"/>
                  </a:schemeClr>
                </a:solidFill>
              </a:rPr>
              <a:t>The main function serves as the entry point for the program. It initializes the waiting room and presents a menu to the user with four options:</a:t>
            </a:r>
          </a:p>
          <a:p>
            <a:pPr marL="1200150" lvl="1" indent="-285750" algn="l">
              <a:buFont typeface="Arial"/>
              <a:buChar char="•"/>
            </a:pPr>
            <a:r>
              <a:rPr lang="en-US" sz="2800" b="1">
                <a:solidFill>
                  <a:schemeClr val="accent5">
                    <a:lumMod val="25000"/>
                  </a:schemeClr>
                </a:solidFill>
                <a:latin typeface="Arial"/>
              </a:rPr>
              <a:t>Add Patient</a:t>
            </a:r>
            <a:r>
              <a:rPr lang="en-US" sz="2800">
                <a:solidFill>
                  <a:srgbClr val="BDB7AF"/>
                </a:solidFill>
              </a:rPr>
              <a:t>: </a:t>
            </a:r>
            <a:r>
              <a:rPr lang="en-US" sz="2800">
                <a:solidFill>
                  <a:schemeClr val="tx1">
                    <a:lumMod val="85000"/>
                    <a:lumOff val="15000"/>
                  </a:schemeClr>
                </a:solidFill>
              </a:rPr>
              <a:t>Prompts the user to enter a patient's name and adds it to the queue.</a:t>
            </a:r>
          </a:p>
          <a:p>
            <a:pPr marL="1200150" lvl="1" indent="-285750" algn="l">
              <a:buFont typeface="Arial"/>
              <a:buChar char="•"/>
            </a:pPr>
            <a:r>
              <a:rPr lang="en-US" sz="2800" b="1">
                <a:solidFill>
                  <a:schemeClr val="accent5">
                    <a:lumMod val="25000"/>
                  </a:schemeClr>
                </a:solidFill>
                <a:latin typeface="Arial"/>
              </a:rPr>
              <a:t>Remove Patient</a:t>
            </a:r>
            <a:r>
              <a:rPr lang="en-US" sz="2800">
                <a:solidFill>
                  <a:srgbClr val="BDB7AF"/>
                </a:solidFill>
              </a:rPr>
              <a:t>: </a:t>
            </a:r>
            <a:r>
              <a:rPr lang="en-US" sz="2800">
                <a:solidFill>
                  <a:schemeClr val="tx1">
                    <a:lumMod val="85000"/>
                    <a:lumOff val="15000"/>
                  </a:schemeClr>
                </a:solidFill>
              </a:rPr>
              <a:t>Removes the patient at the front of the queue and displays their name.</a:t>
            </a:r>
          </a:p>
          <a:p>
            <a:pPr marL="1200150" lvl="1" indent="-285750" algn="l">
              <a:buFont typeface="Arial"/>
              <a:buChar char="•"/>
            </a:pPr>
            <a:r>
              <a:rPr lang="en-US" sz="2800" b="1">
                <a:solidFill>
                  <a:schemeClr val="accent5">
                    <a:lumMod val="25000"/>
                  </a:schemeClr>
                </a:solidFill>
                <a:latin typeface="Arial"/>
              </a:rPr>
              <a:t>Print Waiting List</a:t>
            </a:r>
            <a:r>
              <a:rPr lang="en-US" sz="2800">
                <a:solidFill>
                  <a:srgbClr val="BDB7AF"/>
                </a:solidFill>
              </a:rPr>
              <a:t>: </a:t>
            </a:r>
            <a:r>
              <a:rPr lang="en-US" sz="2800">
                <a:solidFill>
                  <a:schemeClr val="tx1">
                    <a:lumMod val="85000"/>
                    <a:lumOff val="15000"/>
                  </a:schemeClr>
                </a:solidFill>
              </a:rPr>
              <a:t>Displays the names of all patients currently in the waiting room.</a:t>
            </a:r>
          </a:p>
          <a:p>
            <a:pPr marL="1200150" lvl="1" indent="-285750" algn="l">
              <a:buFont typeface="Arial"/>
              <a:buChar char="•"/>
            </a:pPr>
            <a:r>
              <a:rPr lang="en-US" sz="2800" b="1">
                <a:solidFill>
                  <a:schemeClr val="accent5">
                    <a:lumMod val="25000"/>
                  </a:schemeClr>
                </a:solidFill>
                <a:latin typeface="Arial"/>
              </a:rPr>
              <a:t>Exit</a:t>
            </a:r>
            <a:r>
              <a:rPr lang="en-US" sz="2800">
                <a:solidFill>
                  <a:srgbClr val="BDB7AF"/>
                </a:solidFill>
              </a:rPr>
              <a:t>: </a:t>
            </a:r>
            <a:r>
              <a:rPr lang="en-US" sz="2800">
                <a:solidFill>
                  <a:schemeClr val="tx1">
                    <a:lumMod val="85000"/>
                    <a:lumOff val="15000"/>
                  </a:schemeClr>
                </a:solidFill>
              </a:rPr>
              <a:t>Terminates the program.</a:t>
            </a:r>
          </a:p>
          <a:p>
            <a:endParaRPr lang="en-US" sz="2400"/>
          </a:p>
        </p:txBody>
      </p:sp>
    </p:spTree>
    <p:extLst>
      <p:ext uri="{BB962C8B-B14F-4D97-AF65-F5344CB8AC3E}">
        <p14:creationId xmlns:p14="http://schemas.microsoft.com/office/powerpoint/2010/main" val="1070739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B6F891-2176-18E2-7DB7-895D51EDCAB1}"/>
              </a:ext>
            </a:extLst>
          </p:cNvPr>
          <p:cNvSpPr>
            <a:spLocks noGrp="1"/>
          </p:cNvSpPr>
          <p:nvPr/>
        </p:nvSpPr>
        <p:spPr>
          <a:xfrm>
            <a:off x="660070" y="-243205"/>
            <a:ext cx="16557000" cy="3771240"/>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nton"/>
              <a:buNone/>
              <a:defRPr sz="12500" b="0" i="0" u="none" strike="noStrike" cap="none">
                <a:solidFill>
                  <a:srgbClr val="393A3F"/>
                </a:solidFill>
                <a:latin typeface="Anton"/>
                <a:ea typeface="Anton"/>
                <a:cs typeface="Anton"/>
                <a:sym typeface="Anto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6200"/>
              <a:t>HOW HOSPITAL MANAGEMENT WORKS IN</a:t>
            </a:r>
            <a:r>
              <a:rPr lang="en-US" sz="9600"/>
              <a:t> </a:t>
            </a:r>
            <a:r>
              <a:rPr lang="en-US" sz="6200"/>
              <a:t>PRACTICE</a:t>
            </a:r>
          </a:p>
        </p:txBody>
      </p:sp>
      <p:sp>
        <p:nvSpPr>
          <p:cNvPr id="5" name="Subtitle 2">
            <a:extLst>
              <a:ext uri="{FF2B5EF4-FFF2-40B4-BE49-F238E27FC236}">
                <a16:creationId xmlns:a16="http://schemas.microsoft.com/office/drawing/2014/main" id="{BAA82CE1-582C-6139-9AB3-84899357A980}"/>
              </a:ext>
            </a:extLst>
          </p:cNvPr>
          <p:cNvSpPr>
            <a:spLocks noGrp="1"/>
          </p:cNvSpPr>
          <p:nvPr/>
        </p:nvSpPr>
        <p:spPr>
          <a:xfrm>
            <a:off x="656977" y="2881627"/>
            <a:ext cx="14311195" cy="58978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640"/>
              </a:spcBef>
              <a:spcAft>
                <a:spcPts val="0"/>
              </a:spcAft>
              <a:buClr>
                <a:schemeClr val="dk1"/>
              </a:buClr>
              <a:buSzPts val="1500"/>
              <a:buFont typeface="Anton"/>
              <a:buNone/>
              <a:defRPr sz="1500" b="0" i="0" u="none" strike="noStrike" cap="none">
                <a:solidFill>
                  <a:schemeClr val="dk1"/>
                </a:solidFill>
                <a:latin typeface="Anton"/>
                <a:ea typeface="Anton"/>
                <a:cs typeface="Anton"/>
                <a:sym typeface="Anton"/>
              </a:defRPr>
            </a:lvl1pPr>
            <a:lvl2pPr marL="914400" marR="0" lvl="1" indent="-323850" algn="ctr" rtl="0">
              <a:lnSpc>
                <a:spcPct val="100000"/>
              </a:lnSpc>
              <a:spcBef>
                <a:spcPts val="560"/>
              </a:spcBef>
              <a:spcAft>
                <a:spcPts val="0"/>
              </a:spcAft>
              <a:buClr>
                <a:schemeClr val="dk1"/>
              </a:buClr>
              <a:buSzPts val="2800"/>
              <a:buFont typeface="Anton"/>
              <a:buNone/>
              <a:defRPr sz="1500" b="0" i="0" u="none" strike="noStrike" cap="none">
                <a:solidFill>
                  <a:schemeClr val="dk1"/>
                </a:solidFill>
                <a:latin typeface="Anton"/>
                <a:ea typeface="Anton"/>
                <a:cs typeface="Anton"/>
                <a:sym typeface="Anton"/>
              </a:defRPr>
            </a:lvl2pPr>
            <a:lvl3pPr marL="1371600" marR="0" lvl="2" indent="-323850" algn="ctr" rtl="0">
              <a:lnSpc>
                <a:spcPct val="100000"/>
              </a:lnSpc>
              <a:spcBef>
                <a:spcPts val="480"/>
              </a:spcBef>
              <a:spcAft>
                <a:spcPts val="0"/>
              </a:spcAft>
              <a:buClr>
                <a:schemeClr val="dk1"/>
              </a:buClr>
              <a:buSzPts val="2400"/>
              <a:buFont typeface="Anton"/>
              <a:buNone/>
              <a:defRPr sz="1500" b="0" i="0" u="none" strike="noStrike" cap="none">
                <a:solidFill>
                  <a:schemeClr val="dk1"/>
                </a:solidFill>
                <a:latin typeface="Anton"/>
                <a:ea typeface="Anton"/>
                <a:cs typeface="Anton"/>
                <a:sym typeface="Anton"/>
              </a:defRPr>
            </a:lvl3pPr>
            <a:lvl4pPr marL="1828800" marR="0" lvl="3"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4pPr>
            <a:lvl5pPr marL="2286000" marR="0" lvl="4"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5pPr>
            <a:lvl6pPr marL="2743200" marR="0" lvl="5"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6pPr>
            <a:lvl7pPr marL="3200400" marR="0" lvl="6"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7pPr>
            <a:lvl8pPr marL="3657600" marR="0" lvl="7"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8pPr>
            <a:lvl9pPr marL="4114800" marR="0" lvl="8"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9pPr>
          </a:lstStyle>
          <a:p>
            <a:pPr marL="0" indent="0"/>
            <a:r>
              <a:rPr lang="en-US" sz="2800" b="1">
                <a:latin typeface="Arial"/>
              </a:rPr>
              <a:t> 1.</a:t>
            </a:r>
            <a:r>
              <a:rPr lang="en-US" sz="3200" b="1">
                <a:solidFill>
                  <a:schemeClr val="accent5">
                    <a:lumMod val="25000"/>
                  </a:schemeClr>
                </a:solidFill>
                <a:latin typeface="Arial"/>
              </a:rPr>
              <a:t>Adding Patients</a:t>
            </a:r>
            <a:r>
              <a:rPr lang="en-US" sz="2800">
                <a:solidFill>
                  <a:srgbClr val="BDB7AF"/>
                </a:solidFill>
              </a:rPr>
              <a:t>: </a:t>
            </a:r>
            <a:r>
              <a:rPr lang="en-US" sz="2800">
                <a:solidFill>
                  <a:schemeClr val="accent2">
                    <a:lumMod val="25000"/>
                  </a:schemeClr>
                </a:solidFill>
                <a:latin typeface="Arial"/>
              </a:rPr>
              <a:t>When a patient arrives, the receptionist can add their name to the waiting list using the "Add Patient" option. This adds the patient's name to the end of the queue.</a:t>
            </a:r>
          </a:p>
          <a:p>
            <a:pPr marL="0" indent="0"/>
            <a:r>
              <a:rPr lang="en-US" sz="2800" b="1">
                <a:solidFill>
                  <a:schemeClr val="accent2">
                    <a:lumMod val="25000"/>
                  </a:schemeClr>
                </a:solidFill>
                <a:latin typeface="Arial"/>
              </a:rPr>
              <a:t>  2.</a:t>
            </a:r>
            <a:r>
              <a:rPr lang="en-US" sz="3200" b="1">
                <a:solidFill>
                  <a:schemeClr val="accent5">
                    <a:lumMod val="25000"/>
                  </a:schemeClr>
                </a:solidFill>
                <a:latin typeface="Arial"/>
              </a:rPr>
              <a:t>Removing Patients</a:t>
            </a:r>
            <a:r>
              <a:rPr lang="en-US" sz="2800">
                <a:solidFill>
                  <a:schemeClr val="accent2">
                    <a:lumMod val="25000"/>
                  </a:schemeClr>
                </a:solidFill>
              </a:rPr>
              <a:t>: </a:t>
            </a:r>
            <a:r>
              <a:rPr lang="en-US" sz="2800">
                <a:solidFill>
                  <a:schemeClr val="accent2">
                    <a:lumMod val="25000"/>
                  </a:schemeClr>
                </a:solidFill>
                <a:latin typeface="Arial"/>
              </a:rPr>
              <a:t>When a patient is called for their appointment, the staff can remove them from the queue using the "Remove </a:t>
            </a:r>
            <a:r>
              <a:rPr lang="en-US" sz="2800" err="1">
                <a:solidFill>
                  <a:schemeClr val="accent2">
                    <a:lumMod val="25000"/>
                  </a:schemeClr>
                </a:solidFill>
                <a:latin typeface="Arial"/>
              </a:rPr>
              <a:t>Patient"option</a:t>
            </a:r>
            <a:r>
              <a:rPr lang="en-US" sz="2800">
                <a:solidFill>
                  <a:schemeClr val="accent2">
                    <a:lumMod val="25000"/>
                  </a:schemeClr>
                </a:solidFill>
                <a:latin typeface="Arial"/>
              </a:rPr>
              <a:t>. This ensures that patients are seen in the order they arrived.</a:t>
            </a:r>
            <a:br>
              <a:rPr lang="en-US" sz="2800">
                <a:latin typeface="Arial"/>
              </a:rPr>
            </a:br>
            <a:r>
              <a:rPr lang="en-US" sz="2800" b="1">
                <a:solidFill>
                  <a:schemeClr val="accent2">
                    <a:lumMod val="25000"/>
                  </a:schemeClr>
                </a:solidFill>
                <a:latin typeface="Arial"/>
              </a:rPr>
              <a:t> 3.</a:t>
            </a:r>
            <a:r>
              <a:rPr lang="en-US" sz="3200" b="1">
                <a:solidFill>
                  <a:schemeClr val="accent5">
                    <a:lumMod val="25000"/>
                  </a:schemeClr>
                </a:solidFill>
                <a:latin typeface="Arial"/>
              </a:rPr>
              <a:t>Viewing the Waiting List</a:t>
            </a:r>
            <a:r>
              <a:rPr lang="en-US" sz="2800">
                <a:solidFill>
                  <a:schemeClr val="accent2">
                    <a:lumMod val="25000"/>
                  </a:schemeClr>
                </a:solidFill>
              </a:rPr>
              <a:t>: </a:t>
            </a:r>
            <a:r>
              <a:rPr lang="en-US" sz="2800">
                <a:solidFill>
                  <a:schemeClr val="accent2">
                    <a:lumMod val="25000"/>
                  </a:schemeClr>
                </a:solidFill>
                <a:latin typeface="Arial"/>
              </a:rPr>
              <a:t>Hospital staff can use the "Print Waiting List" option to view all patients currently waiting. This helps in managing patient flow and keeping track of who is next.</a:t>
            </a:r>
          </a:p>
          <a:p>
            <a:pPr marL="0" indent="0"/>
            <a:r>
              <a:rPr lang="en-US" sz="2800" b="1">
                <a:solidFill>
                  <a:schemeClr val="accent2">
                    <a:lumMod val="25000"/>
                  </a:schemeClr>
                </a:solidFill>
                <a:latin typeface="Arial"/>
              </a:rPr>
              <a:t> 4.</a:t>
            </a:r>
            <a:r>
              <a:rPr lang="en-US" sz="3200" b="1">
                <a:solidFill>
                  <a:schemeClr val="accent5">
                    <a:lumMod val="25000"/>
                  </a:schemeClr>
                </a:solidFill>
                <a:latin typeface="Arial"/>
              </a:rPr>
              <a:t>Handling Overcrowding</a:t>
            </a:r>
            <a:r>
              <a:rPr lang="en-US" sz="2800">
                <a:solidFill>
                  <a:schemeClr val="accent2">
                    <a:lumMod val="25000"/>
                  </a:schemeClr>
                </a:solidFill>
              </a:rPr>
              <a:t>: </a:t>
            </a:r>
            <a:r>
              <a:rPr lang="en-US" sz="2800">
                <a:solidFill>
                  <a:schemeClr val="accent2">
                    <a:lumMod val="25000"/>
                  </a:schemeClr>
                </a:solidFill>
                <a:latin typeface="Arial"/>
              </a:rPr>
              <a:t>The system checks for a full queue and prevents adding more patients if the waiting room is at capacity, helping to manage overcrowding effectively.</a:t>
            </a:r>
          </a:p>
          <a:p>
            <a:endParaRPr lang="en-US" sz="2800" b="1">
              <a:latin typeface="Arial"/>
            </a:endParaRPr>
          </a:p>
        </p:txBody>
      </p:sp>
    </p:spTree>
    <p:extLst>
      <p:ext uri="{BB962C8B-B14F-4D97-AF65-F5344CB8AC3E}">
        <p14:creationId xmlns:p14="http://schemas.microsoft.com/office/powerpoint/2010/main" val="961314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F3CAF0B-B507-369A-7A8B-FFBDF935E0A7}"/>
              </a:ext>
            </a:extLst>
          </p:cNvPr>
          <p:cNvSpPr>
            <a:spLocks noGrp="1"/>
          </p:cNvSpPr>
          <p:nvPr/>
        </p:nvSpPr>
        <p:spPr>
          <a:xfrm>
            <a:off x="1146600" y="-136525"/>
            <a:ext cx="13188960" cy="271968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nton"/>
              <a:buNone/>
              <a:defRPr sz="12500" b="0" i="0" u="none" strike="noStrike" cap="none">
                <a:solidFill>
                  <a:srgbClr val="393A3F"/>
                </a:solidFill>
                <a:latin typeface="Anton"/>
                <a:ea typeface="Anton"/>
                <a:cs typeface="Anton"/>
                <a:sym typeface="Anto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8000"/>
              <a:t>CONCLUSION</a:t>
            </a:r>
          </a:p>
        </p:txBody>
      </p:sp>
      <p:sp>
        <p:nvSpPr>
          <p:cNvPr id="7" name="Subtitle 2">
            <a:extLst>
              <a:ext uri="{FF2B5EF4-FFF2-40B4-BE49-F238E27FC236}">
                <a16:creationId xmlns:a16="http://schemas.microsoft.com/office/drawing/2014/main" id="{C79B6918-8CA8-9E46-2EC2-E6B50EDD00AF}"/>
              </a:ext>
            </a:extLst>
          </p:cNvPr>
          <p:cNvSpPr>
            <a:spLocks noGrp="1"/>
          </p:cNvSpPr>
          <p:nvPr/>
        </p:nvSpPr>
        <p:spPr>
          <a:xfrm>
            <a:off x="473953" y="2091528"/>
            <a:ext cx="10866120" cy="42824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3850" algn="ctr" rtl="0">
              <a:lnSpc>
                <a:spcPct val="100000"/>
              </a:lnSpc>
              <a:spcBef>
                <a:spcPts val="640"/>
              </a:spcBef>
              <a:spcAft>
                <a:spcPts val="0"/>
              </a:spcAft>
              <a:buClr>
                <a:schemeClr val="dk1"/>
              </a:buClr>
              <a:buSzPts val="1500"/>
              <a:buFont typeface="Anton"/>
              <a:buNone/>
              <a:defRPr sz="1500" b="0" i="0" u="none" strike="noStrike" cap="none">
                <a:solidFill>
                  <a:schemeClr val="dk1"/>
                </a:solidFill>
                <a:latin typeface="Anton"/>
                <a:ea typeface="Anton"/>
                <a:cs typeface="Anton"/>
                <a:sym typeface="Anton"/>
              </a:defRPr>
            </a:lvl1pPr>
            <a:lvl2pPr marL="914400" marR="0" lvl="1" indent="-323850" algn="ctr" rtl="0">
              <a:lnSpc>
                <a:spcPct val="100000"/>
              </a:lnSpc>
              <a:spcBef>
                <a:spcPts val="560"/>
              </a:spcBef>
              <a:spcAft>
                <a:spcPts val="0"/>
              </a:spcAft>
              <a:buClr>
                <a:schemeClr val="dk1"/>
              </a:buClr>
              <a:buSzPts val="2800"/>
              <a:buFont typeface="Anton"/>
              <a:buNone/>
              <a:defRPr sz="1500" b="0" i="0" u="none" strike="noStrike" cap="none">
                <a:solidFill>
                  <a:schemeClr val="dk1"/>
                </a:solidFill>
                <a:latin typeface="Anton"/>
                <a:ea typeface="Anton"/>
                <a:cs typeface="Anton"/>
                <a:sym typeface="Anton"/>
              </a:defRPr>
            </a:lvl2pPr>
            <a:lvl3pPr marL="1371600" marR="0" lvl="2" indent="-323850" algn="ctr" rtl="0">
              <a:lnSpc>
                <a:spcPct val="100000"/>
              </a:lnSpc>
              <a:spcBef>
                <a:spcPts val="480"/>
              </a:spcBef>
              <a:spcAft>
                <a:spcPts val="0"/>
              </a:spcAft>
              <a:buClr>
                <a:schemeClr val="dk1"/>
              </a:buClr>
              <a:buSzPts val="2400"/>
              <a:buFont typeface="Anton"/>
              <a:buNone/>
              <a:defRPr sz="1500" b="0" i="0" u="none" strike="noStrike" cap="none">
                <a:solidFill>
                  <a:schemeClr val="dk1"/>
                </a:solidFill>
                <a:latin typeface="Anton"/>
                <a:ea typeface="Anton"/>
                <a:cs typeface="Anton"/>
                <a:sym typeface="Anton"/>
              </a:defRPr>
            </a:lvl3pPr>
            <a:lvl4pPr marL="1828800" marR="0" lvl="3"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4pPr>
            <a:lvl5pPr marL="2286000" marR="0" lvl="4"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5pPr>
            <a:lvl6pPr marL="2743200" marR="0" lvl="5"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6pPr>
            <a:lvl7pPr marL="3200400" marR="0" lvl="6"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7pPr>
            <a:lvl8pPr marL="3657600" marR="0" lvl="7"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8pPr>
            <a:lvl9pPr marL="4114800" marR="0" lvl="8" indent="-323850" algn="ctr" rtl="0">
              <a:lnSpc>
                <a:spcPct val="100000"/>
              </a:lnSpc>
              <a:spcBef>
                <a:spcPts val="400"/>
              </a:spcBef>
              <a:spcAft>
                <a:spcPts val="0"/>
              </a:spcAft>
              <a:buClr>
                <a:schemeClr val="dk1"/>
              </a:buClr>
              <a:buSzPts val="2000"/>
              <a:buFont typeface="Anton"/>
              <a:buNone/>
              <a:defRPr sz="1500" b="0" i="0" u="none" strike="noStrike" cap="none">
                <a:solidFill>
                  <a:schemeClr val="dk1"/>
                </a:solidFill>
                <a:latin typeface="Anton"/>
                <a:ea typeface="Anton"/>
                <a:cs typeface="Anton"/>
                <a:sym typeface="Anton"/>
              </a:defRPr>
            </a:lvl9pPr>
          </a:lstStyle>
          <a:p>
            <a:r>
              <a:rPr lang="en-US" sz="2400">
                <a:solidFill>
                  <a:schemeClr val="tx1">
                    <a:lumMod val="85000"/>
                    <a:lumOff val="15000"/>
                  </a:schemeClr>
                </a:solidFill>
                <a:latin typeface="Arial"/>
              </a:rPr>
              <a:t>The implementation of a comprehensive hospital management system utilizing various data structures and algorithms significantly enhances the efficiency and effectiveness of healthcare delivery. By organizing patient records, appointment scheduling, emergency management, pharmacy operations, billing, staff scheduling, waiting room management, laboratory tests, and blood bank management, hospitals can streamline their processes and improve patient care.</a:t>
            </a:r>
            <a:br>
              <a:rPr lang="en-US" sz="2400">
                <a:latin typeface="Arial"/>
              </a:rPr>
            </a:br>
            <a:endParaRPr lang="en-US" sz="2400">
              <a:solidFill>
                <a:schemeClr val="tx1">
                  <a:lumMod val="85000"/>
                  <a:lumOff val="15000"/>
                </a:schemeClr>
              </a:solidFill>
              <a:latin typeface="Arial"/>
            </a:endParaRPr>
          </a:p>
          <a:p>
            <a:r>
              <a:rPr lang="en-US" sz="2400">
                <a:solidFill>
                  <a:schemeClr val="tx1">
                    <a:lumMod val="85000"/>
                    <a:lumOff val="15000"/>
                  </a:schemeClr>
                </a:solidFill>
                <a:latin typeface="Arial"/>
              </a:rPr>
              <a:t>A well-structured hospital management system is vital for modern healthcare facilities. By leveraging appropriate data structures and algorithms, hospitals can improve patient care, streamline operations, and ultimately contribute to better health outcomes in their communities.</a:t>
            </a:r>
          </a:p>
        </p:txBody>
      </p:sp>
    </p:spTree>
    <p:extLst>
      <p:ext uri="{BB962C8B-B14F-4D97-AF65-F5344CB8AC3E}">
        <p14:creationId xmlns:p14="http://schemas.microsoft.com/office/powerpoint/2010/main" val="2126955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F691-1A87-75A4-7AF3-5A56952B06F8}"/>
              </a:ext>
            </a:extLst>
          </p:cNvPr>
          <p:cNvSpPr>
            <a:spLocks noGrp="1"/>
          </p:cNvSpPr>
          <p:nvPr>
            <p:ph type="ctrTitle"/>
          </p:nvPr>
        </p:nvSpPr>
        <p:spPr>
          <a:xfrm>
            <a:off x="1554314" y="1086673"/>
            <a:ext cx="6409391" cy="1470000"/>
          </a:xfrm>
        </p:spPr>
        <p:txBody>
          <a:bodyPr>
            <a:normAutofit/>
          </a:bodyPr>
          <a:lstStyle/>
          <a:p>
            <a:r>
              <a:rPr lang="en-US" sz="8000"/>
              <a:t>Limitations</a:t>
            </a:r>
          </a:p>
        </p:txBody>
      </p:sp>
      <p:sp>
        <p:nvSpPr>
          <p:cNvPr id="3" name="Subtitle 2">
            <a:extLst>
              <a:ext uri="{FF2B5EF4-FFF2-40B4-BE49-F238E27FC236}">
                <a16:creationId xmlns:a16="http://schemas.microsoft.com/office/drawing/2014/main" id="{B340BB0F-46FF-60CF-B312-B63B39AD7FE2}"/>
              </a:ext>
            </a:extLst>
          </p:cNvPr>
          <p:cNvSpPr>
            <a:spLocks noGrp="1"/>
          </p:cNvSpPr>
          <p:nvPr>
            <p:ph type="subTitle" idx="1"/>
          </p:nvPr>
        </p:nvSpPr>
        <p:spPr>
          <a:xfrm>
            <a:off x="1358997" y="3124690"/>
            <a:ext cx="8564892" cy="2629577"/>
          </a:xfrm>
        </p:spPr>
        <p:txBody>
          <a:bodyPr spcFirstLastPara="1" wrap="square" lIns="91425" tIns="45700" rIns="91425" bIns="45700" anchor="t" anchorCtr="0">
            <a:noAutofit/>
          </a:bodyPr>
          <a:lstStyle/>
          <a:p>
            <a:pPr marL="133350" indent="0" algn="l"/>
            <a:r>
              <a:rPr lang="en-US" sz="3600">
                <a:latin typeface="Arial"/>
              </a:rPr>
              <a:t>1.Features - There are few features in the project. Adding some more features like appointment scheduling, emergency ward, laboratory test records, blood bank etc.</a:t>
            </a:r>
          </a:p>
          <a:p>
            <a:pPr marL="133350" indent="0" algn="l"/>
            <a:endParaRPr lang="en-US" sz="3600">
              <a:latin typeface="Arial"/>
            </a:endParaRPr>
          </a:p>
          <a:p>
            <a:pPr marL="133350" indent="0" algn="l"/>
            <a:r>
              <a:rPr lang="en-US" sz="3600">
                <a:latin typeface="Arial"/>
              </a:rPr>
              <a:t>2.To more simplify we can use to implement those features using arrays, hash tables , file based etc.</a:t>
            </a:r>
          </a:p>
          <a:p>
            <a:pPr marL="133350" indent="0" algn="l"/>
            <a:endParaRPr lang="en-US" sz="2400">
              <a:latin typeface="Arial"/>
            </a:endParaRPr>
          </a:p>
        </p:txBody>
      </p:sp>
    </p:spTree>
    <p:extLst>
      <p:ext uri="{BB962C8B-B14F-4D97-AF65-F5344CB8AC3E}">
        <p14:creationId xmlns:p14="http://schemas.microsoft.com/office/powerpoint/2010/main" val="777302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C11A-CE33-647B-E731-10A30A667C12}"/>
              </a:ext>
            </a:extLst>
          </p:cNvPr>
          <p:cNvSpPr>
            <a:spLocks noGrp="1"/>
          </p:cNvSpPr>
          <p:nvPr>
            <p:ph type="ctrTitle"/>
          </p:nvPr>
        </p:nvSpPr>
        <p:spPr>
          <a:xfrm>
            <a:off x="873142" y="836822"/>
            <a:ext cx="16557000" cy="1470000"/>
          </a:xfrm>
        </p:spPr>
        <p:txBody>
          <a:bodyPr>
            <a:normAutofit/>
          </a:bodyPr>
          <a:lstStyle/>
          <a:p>
            <a:r>
              <a:rPr lang="en-US" sz="8000"/>
              <a:t>Limitations</a:t>
            </a:r>
          </a:p>
        </p:txBody>
      </p:sp>
      <p:sp>
        <p:nvSpPr>
          <p:cNvPr id="3" name="Subtitle 2">
            <a:extLst>
              <a:ext uri="{FF2B5EF4-FFF2-40B4-BE49-F238E27FC236}">
                <a16:creationId xmlns:a16="http://schemas.microsoft.com/office/drawing/2014/main" id="{DDE62C09-CFC1-90D5-0BBD-FB2491D88419}"/>
              </a:ext>
            </a:extLst>
          </p:cNvPr>
          <p:cNvSpPr>
            <a:spLocks noGrp="1"/>
          </p:cNvSpPr>
          <p:nvPr>
            <p:ph type="subTitle" idx="1"/>
          </p:nvPr>
        </p:nvSpPr>
        <p:spPr>
          <a:xfrm>
            <a:off x="652271" y="2562123"/>
            <a:ext cx="12633385" cy="5871712"/>
          </a:xfrm>
        </p:spPr>
        <p:txBody>
          <a:bodyPr>
            <a:normAutofit/>
          </a:bodyPr>
          <a:lstStyle/>
          <a:p>
            <a:endParaRPr lang="en-US" sz="4000">
              <a:solidFill>
                <a:schemeClr val="tx1"/>
              </a:solidFill>
              <a:latin typeface="Arial"/>
            </a:endParaRPr>
          </a:p>
          <a:p>
            <a:r>
              <a:rPr lang="en-US" sz="4000">
                <a:solidFill>
                  <a:schemeClr val="tx1"/>
                </a:solidFill>
                <a:latin typeface="Arial"/>
              </a:rPr>
              <a:t>3.As the patient database grows, the system may struggle with</a:t>
            </a:r>
            <a:endParaRPr lang="en-US">
              <a:solidFill>
                <a:schemeClr val="tx1"/>
              </a:solidFill>
            </a:endParaRPr>
          </a:p>
          <a:p>
            <a:r>
              <a:rPr lang="en-US" sz="4000">
                <a:solidFill>
                  <a:schemeClr val="tx1"/>
                </a:solidFill>
                <a:latin typeface="Arial"/>
              </a:rPr>
              <a:t>performance and data management.</a:t>
            </a:r>
            <a:endParaRPr lang="en-US">
              <a:solidFill>
                <a:schemeClr val="tx1"/>
              </a:solidFill>
            </a:endParaRPr>
          </a:p>
          <a:p>
            <a:r>
              <a:rPr lang="en-US" sz="4000">
                <a:solidFill>
                  <a:schemeClr val="tx1"/>
                </a:solidFill>
                <a:latin typeface="Arial"/>
              </a:rPr>
              <a:t>4.If the waiting room feature lacks real-time updates or effective tracking, it can lead to poor patient flow and long wait times.</a:t>
            </a:r>
            <a:endParaRPr lang="en-US">
              <a:solidFill>
                <a:schemeClr val="tx1"/>
              </a:solidFill>
            </a:endParaRPr>
          </a:p>
          <a:p>
            <a:pPr marL="0" indent="0"/>
            <a:endParaRPr lang="en-US" sz="4000">
              <a:solidFill>
                <a:schemeClr val="tx1"/>
              </a:solidFill>
              <a:latin typeface="Arial"/>
            </a:endParaRPr>
          </a:p>
          <a:p>
            <a:pPr marL="285750" indent="-285750">
              <a:buFont typeface="Arial"/>
              <a:buChar char="•"/>
            </a:pPr>
            <a:endParaRPr lang="en-US"/>
          </a:p>
        </p:txBody>
      </p:sp>
    </p:spTree>
    <p:extLst>
      <p:ext uri="{BB962C8B-B14F-4D97-AF65-F5344CB8AC3E}">
        <p14:creationId xmlns:p14="http://schemas.microsoft.com/office/powerpoint/2010/main" val="3830018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94B5-3499-7216-799D-67CE702FFC14}"/>
              </a:ext>
            </a:extLst>
          </p:cNvPr>
          <p:cNvSpPr>
            <a:spLocks noGrp="1"/>
          </p:cNvSpPr>
          <p:nvPr>
            <p:ph type="ctrTitle"/>
          </p:nvPr>
        </p:nvSpPr>
        <p:spPr>
          <a:xfrm>
            <a:off x="1412293" y="1095614"/>
            <a:ext cx="16557000" cy="1470000"/>
          </a:xfrm>
        </p:spPr>
        <p:txBody>
          <a:bodyPr>
            <a:normAutofit/>
          </a:bodyPr>
          <a:lstStyle/>
          <a:p>
            <a:r>
              <a:rPr lang="en-US" sz="8000"/>
              <a:t>Limitations</a:t>
            </a:r>
          </a:p>
        </p:txBody>
      </p:sp>
      <p:sp>
        <p:nvSpPr>
          <p:cNvPr id="3" name="Subtitle 2">
            <a:extLst>
              <a:ext uri="{FF2B5EF4-FFF2-40B4-BE49-F238E27FC236}">
                <a16:creationId xmlns:a16="http://schemas.microsoft.com/office/drawing/2014/main" id="{82C42865-7964-7859-9DE4-3518D8373229}"/>
              </a:ext>
            </a:extLst>
          </p:cNvPr>
          <p:cNvSpPr>
            <a:spLocks noGrp="1"/>
          </p:cNvSpPr>
          <p:nvPr>
            <p:ph type="subTitle" idx="1"/>
          </p:nvPr>
        </p:nvSpPr>
        <p:spPr>
          <a:xfrm>
            <a:off x="544440" y="2562123"/>
            <a:ext cx="13301932" cy="6130505"/>
          </a:xfrm>
        </p:spPr>
        <p:txBody>
          <a:bodyPr/>
          <a:lstStyle/>
          <a:p>
            <a:pPr marL="285750" indent="-285750">
              <a:buFont typeface="Arial"/>
              <a:buChar char="•"/>
            </a:pPr>
            <a:endParaRPr lang="en-US"/>
          </a:p>
          <a:p>
            <a:pPr marL="0" indent="0"/>
            <a:r>
              <a:rPr lang="en-US" sz="4000">
                <a:latin typeface="Arial"/>
              </a:rPr>
              <a:t>5.Inaccurate billing records due to manual errors or insufficient billing features can lead to disputes and delayed revenue cycles.</a:t>
            </a:r>
          </a:p>
          <a:p>
            <a:pPr marL="0" indent="0"/>
            <a:endParaRPr lang="en-US" sz="4000">
              <a:latin typeface="Arial"/>
            </a:endParaRPr>
          </a:p>
          <a:p>
            <a:endParaRPr lang="en-US" sz="4000">
              <a:latin typeface="Arial"/>
            </a:endParaRPr>
          </a:p>
        </p:txBody>
      </p:sp>
    </p:spTree>
    <p:extLst>
      <p:ext uri="{BB962C8B-B14F-4D97-AF65-F5344CB8AC3E}">
        <p14:creationId xmlns:p14="http://schemas.microsoft.com/office/powerpoint/2010/main" val="2738619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1CE3-4594-CD96-7821-986C504FBF18}"/>
              </a:ext>
            </a:extLst>
          </p:cNvPr>
          <p:cNvSpPr>
            <a:spLocks noGrp="1"/>
          </p:cNvSpPr>
          <p:nvPr>
            <p:ph type="ctrTitle"/>
          </p:nvPr>
        </p:nvSpPr>
        <p:spPr/>
        <p:txBody>
          <a:bodyPr>
            <a:normAutofit/>
          </a:bodyPr>
          <a:lstStyle/>
          <a:p>
            <a:r>
              <a:rPr lang="en-US" sz="8000"/>
              <a:t>Future Scope</a:t>
            </a:r>
          </a:p>
        </p:txBody>
      </p:sp>
      <p:sp>
        <p:nvSpPr>
          <p:cNvPr id="3" name="Subtitle 2">
            <a:extLst>
              <a:ext uri="{FF2B5EF4-FFF2-40B4-BE49-F238E27FC236}">
                <a16:creationId xmlns:a16="http://schemas.microsoft.com/office/drawing/2014/main" id="{D0CE8777-20C6-1F99-5073-59539722EED0}"/>
              </a:ext>
            </a:extLst>
          </p:cNvPr>
          <p:cNvSpPr>
            <a:spLocks noGrp="1"/>
          </p:cNvSpPr>
          <p:nvPr>
            <p:ph type="subTitle" idx="1"/>
          </p:nvPr>
        </p:nvSpPr>
        <p:spPr>
          <a:xfrm>
            <a:off x="-318202" y="4114877"/>
            <a:ext cx="12784347" cy="3995467"/>
          </a:xfrm>
        </p:spPr>
        <p:txBody>
          <a:bodyPr>
            <a:normAutofit/>
          </a:bodyPr>
          <a:lstStyle/>
          <a:p>
            <a:r>
              <a:rPr lang="en-US" sz="4000">
                <a:latin typeface="Arial"/>
              </a:rPr>
              <a:t>1.Expanding telemedicine capabilities to facilitate remote consultations and follow-ups, enhancing patient access and convenience.</a:t>
            </a:r>
          </a:p>
        </p:txBody>
      </p:sp>
    </p:spTree>
    <p:extLst>
      <p:ext uri="{BB962C8B-B14F-4D97-AF65-F5344CB8AC3E}">
        <p14:creationId xmlns:p14="http://schemas.microsoft.com/office/powerpoint/2010/main" val="151348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D2CA4C-6D05-5A21-BB30-F42E45C46FC4}"/>
              </a:ext>
            </a:extLst>
          </p:cNvPr>
          <p:cNvSpPr>
            <a:spLocks noGrp="1"/>
          </p:cNvSpPr>
          <p:nvPr>
            <p:ph type="subTitle" idx="1"/>
          </p:nvPr>
        </p:nvSpPr>
        <p:spPr>
          <a:xfrm>
            <a:off x="5299488" y="4077268"/>
            <a:ext cx="8003787" cy="2602880"/>
          </a:xfrm>
        </p:spPr>
        <p:txBody>
          <a:bodyPr>
            <a:normAutofit/>
          </a:bodyPr>
          <a:lstStyle/>
          <a:p>
            <a:r>
              <a:rPr lang="en-US" sz="9600"/>
              <a:t>QUESTION?</a:t>
            </a:r>
          </a:p>
        </p:txBody>
      </p:sp>
    </p:spTree>
    <p:extLst>
      <p:ext uri="{BB962C8B-B14F-4D97-AF65-F5344CB8AC3E}">
        <p14:creationId xmlns:p14="http://schemas.microsoft.com/office/powerpoint/2010/main" val="3722515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1689"/>
        <p:cNvGrpSpPr/>
        <p:nvPr/>
      </p:nvGrpSpPr>
      <p:grpSpPr>
        <a:xfrm>
          <a:off x="0" y="0"/>
          <a:ext cx="0" cy="0"/>
          <a:chOff x="0" y="0"/>
          <a:chExt cx="0" cy="0"/>
        </a:xfrm>
      </p:grpSpPr>
      <p:sp>
        <p:nvSpPr>
          <p:cNvPr id="1690" name="Google Shape;1690;p27"/>
          <p:cNvSpPr/>
          <p:nvPr/>
        </p:nvSpPr>
        <p:spPr>
          <a:xfrm>
            <a:off x="13785666" y="4174220"/>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lip>
            <a:stretch>
              <a:fillRect/>
            </a:stretch>
          </a:blipFill>
          <a:ln>
            <a:noFill/>
          </a:ln>
        </p:spPr>
      </p:sp>
      <p:grpSp>
        <p:nvGrpSpPr>
          <p:cNvPr id="1691" name="Google Shape;1691;p27"/>
          <p:cNvGrpSpPr/>
          <p:nvPr/>
        </p:nvGrpSpPr>
        <p:grpSpPr>
          <a:xfrm rot="2821008">
            <a:off x="16959926" y="165868"/>
            <a:ext cx="1057412" cy="1194325"/>
            <a:chOff x="-95788" y="-89271"/>
            <a:chExt cx="1409883" cy="1592433"/>
          </a:xfrm>
        </p:grpSpPr>
        <p:grpSp>
          <p:nvGrpSpPr>
            <p:cNvPr id="1692" name="Google Shape;1692;p27"/>
            <p:cNvGrpSpPr/>
            <p:nvPr/>
          </p:nvGrpSpPr>
          <p:grpSpPr>
            <a:xfrm rot="-2821008">
              <a:off x="134749" y="283003"/>
              <a:ext cx="943438" cy="1040647"/>
              <a:chOff x="0" y="-47625"/>
              <a:chExt cx="343153" cy="378511"/>
            </a:xfrm>
          </p:grpSpPr>
          <p:sp>
            <p:nvSpPr>
              <p:cNvPr id="1693" name="Google Shape;1693;p2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7"/>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95" name="Google Shape;1695;p27"/>
            <p:cNvGrpSpPr/>
            <p:nvPr/>
          </p:nvGrpSpPr>
          <p:grpSpPr>
            <a:xfrm rot="-2821008">
              <a:off x="140122" y="90242"/>
              <a:ext cx="943438" cy="1040647"/>
              <a:chOff x="0" y="-47625"/>
              <a:chExt cx="343153" cy="378511"/>
            </a:xfrm>
          </p:grpSpPr>
          <p:sp>
            <p:nvSpPr>
              <p:cNvPr id="1696" name="Google Shape;1696;p2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7"/>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98" name="Google Shape;1698;p27"/>
            <p:cNvGrpSpPr/>
            <p:nvPr/>
          </p:nvGrpSpPr>
          <p:grpSpPr>
            <a:xfrm>
              <a:off x="625032" y="253446"/>
              <a:ext cx="69946" cy="699445"/>
              <a:chOff x="0" y="-47625"/>
              <a:chExt cx="31856" cy="318558"/>
            </a:xfrm>
          </p:grpSpPr>
          <p:sp>
            <p:nvSpPr>
              <p:cNvPr id="1699" name="Google Shape;1699;p27"/>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7"/>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1" name="Google Shape;1701;p27"/>
            <p:cNvGrpSpPr/>
            <p:nvPr/>
          </p:nvGrpSpPr>
          <p:grpSpPr>
            <a:xfrm rot="5400000">
              <a:off x="676029" y="305730"/>
              <a:ext cx="72519" cy="699445"/>
              <a:chOff x="0" y="-47625"/>
              <a:chExt cx="33028" cy="318558"/>
            </a:xfrm>
          </p:grpSpPr>
          <p:sp>
            <p:nvSpPr>
              <p:cNvPr id="1702" name="Google Shape;1702;p27"/>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7"/>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704" name="Google Shape;1704;p27"/>
          <p:cNvSpPr txBox="1"/>
          <p:nvPr/>
        </p:nvSpPr>
        <p:spPr>
          <a:xfrm>
            <a:off x="1028700" y="726150"/>
            <a:ext cx="8789897" cy="190497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2500" b="0" i="0" u="none" strike="noStrike" cap="none">
                <a:solidFill>
                  <a:srgbClr val="393A3F"/>
                </a:solidFill>
                <a:latin typeface="Anton"/>
                <a:ea typeface="Anton"/>
                <a:cs typeface="Anton"/>
                <a:sym typeface="Anton"/>
              </a:rPr>
              <a:t>THANK YOU!</a:t>
            </a:r>
            <a:endParaRPr/>
          </a:p>
        </p:txBody>
      </p:sp>
      <p:grpSp>
        <p:nvGrpSpPr>
          <p:cNvPr id="1705" name="Google Shape;1705;p27"/>
          <p:cNvGrpSpPr/>
          <p:nvPr/>
        </p:nvGrpSpPr>
        <p:grpSpPr>
          <a:xfrm rot="10800000">
            <a:off x="8571723" y="933313"/>
            <a:ext cx="5851054" cy="1309820"/>
            <a:chOff x="0" y="0"/>
            <a:chExt cx="7801405" cy="1746426"/>
          </a:xfrm>
        </p:grpSpPr>
        <p:grpSp>
          <p:nvGrpSpPr>
            <p:cNvPr id="1706" name="Google Shape;1706;p27"/>
            <p:cNvGrpSpPr/>
            <p:nvPr/>
          </p:nvGrpSpPr>
          <p:grpSpPr>
            <a:xfrm rot="10800000">
              <a:off x="5628042" y="1226060"/>
              <a:ext cx="2173363" cy="520366"/>
              <a:chOff x="0" y="-47625"/>
              <a:chExt cx="429306" cy="102789"/>
            </a:xfrm>
          </p:grpSpPr>
          <p:sp>
            <p:nvSpPr>
              <p:cNvPr id="1707" name="Google Shape;1707;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9" name="Google Shape;1709;p27"/>
            <p:cNvGrpSpPr/>
            <p:nvPr/>
          </p:nvGrpSpPr>
          <p:grpSpPr>
            <a:xfrm rot="10800000">
              <a:off x="3056328" y="1226060"/>
              <a:ext cx="2173363" cy="520366"/>
              <a:chOff x="0" y="-47625"/>
              <a:chExt cx="429306" cy="102789"/>
            </a:xfrm>
          </p:grpSpPr>
          <p:sp>
            <p:nvSpPr>
              <p:cNvPr id="1710" name="Google Shape;1710;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2" name="Google Shape;1712;p27"/>
            <p:cNvGrpSpPr/>
            <p:nvPr/>
          </p:nvGrpSpPr>
          <p:grpSpPr>
            <a:xfrm rot="10800000">
              <a:off x="4282709" y="409897"/>
              <a:ext cx="2173363" cy="520366"/>
              <a:chOff x="0" y="-47625"/>
              <a:chExt cx="429306" cy="102789"/>
            </a:xfrm>
          </p:grpSpPr>
          <p:sp>
            <p:nvSpPr>
              <p:cNvPr id="1713" name="Google Shape;1713;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5" name="Google Shape;1715;p27"/>
            <p:cNvGrpSpPr/>
            <p:nvPr/>
          </p:nvGrpSpPr>
          <p:grpSpPr>
            <a:xfrm rot="10800000">
              <a:off x="1969647" y="421320"/>
              <a:ext cx="2173363" cy="520366"/>
              <a:chOff x="0" y="-47625"/>
              <a:chExt cx="429306" cy="102789"/>
            </a:xfrm>
          </p:grpSpPr>
          <p:sp>
            <p:nvSpPr>
              <p:cNvPr id="1716" name="Google Shape;1716;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8" name="Google Shape;1718;p27"/>
            <p:cNvGrpSpPr/>
            <p:nvPr/>
          </p:nvGrpSpPr>
          <p:grpSpPr>
            <a:xfrm rot="10800000">
              <a:off x="1295725" y="1226060"/>
              <a:ext cx="1191036" cy="520366"/>
              <a:chOff x="0" y="-47625"/>
              <a:chExt cx="235266" cy="102789"/>
            </a:xfrm>
          </p:grpSpPr>
          <p:sp>
            <p:nvSpPr>
              <p:cNvPr id="1719" name="Google Shape;1719;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1" name="Google Shape;1721;p27"/>
            <p:cNvGrpSpPr/>
            <p:nvPr/>
          </p:nvGrpSpPr>
          <p:grpSpPr>
            <a:xfrm rot="10800000">
              <a:off x="0" y="421320"/>
              <a:ext cx="1191036" cy="520366"/>
              <a:chOff x="0" y="-47625"/>
              <a:chExt cx="235266" cy="102789"/>
            </a:xfrm>
          </p:grpSpPr>
          <p:sp>
            <p:nvSpPr>
              <p:cNvPr id="1722" name="Google Shape;1722;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4" name="Google Shape;1724;p27"/>
            <p:cNvGrpSpPr/>
            <p:nvPr/>
          </p:nvGrpSpPr>
          <p:grpSpPr>
            <a:xfrm rot="10800000">
              <a:off x="6598946" y="421320"/>
              <a:ext cx="1202459" cy="497523"/>
              <a:chOff x="0" y="-47625"/>
              <a:chExt cx="237523" cy="98276"/>
            </a:xfrm>
          </p:grpSpPr>
          <p:sp>
            <p:nvSpPr>
              <p:cNvPr id="1725" name="Google Shape;1725;p2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7"/>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7" name="Google Shape;1727;p27"/>
            <p:cNvGrpSpPr/>
            <p:nvPr/>
          </p:nvGrpSpPr>
          <p:grpSpPr>
            <a:xfrm rot="10800000">
              <a:off x="3423955" y="819795"/>
              <a:ext cx="4377449" cy="520366"/>
              <a:chOff x="0" y="-47625"/>
              <a:chExt cx="864681" cy="102789"/>
            </a:xfrm>
          </p:grpSpPr>
          <p:sp>
            <p:nvSpPr>
              <p:cNvPr id="1728" name="Google Shape;1728;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0" name="Google Shape;1730;p27"/>
            <p:cNvGrpSpPr/>
            <p:nvPr/>
          </p:nvGrpSpPr>
          <p:grpSpPr>
            <a:xfrm rot="10800000">
              <a:off x="3423955" y="0"/>
              <a:ext cx="4377449" cy="520366"/>
              <a:chOff x="0" y="-47625"/>
              <a:chExt cx="864681" cy="102789"/>
            </a:xfrm>
          </p:grpSpPr>
          <p:sp>
            <p:nvSpPr>
              <p:cNvPr id="1731" name="Google Shape;1731;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733" name="Google Shape;1733;p27"/>
          <p:cNvGrpSpPr/>
          <p:nvPr/>
        </p:nvGrpSpPr>
        <p:grpSpPr>
          <a:xfrm rot="10800000">
            <a:off x="12023215" y="8251030"/>
            <a:ext cx="5851054" cy="1309820"/>
            <a:chOff x="0" y="0"/>
            <a:chExt cx="7801405" cy="1746426"/>
          </a:xfrm>
        </p:grpSpPr>
        <p:grpSp>
          <p:nvGrpSpPr>
            <p:cNvPr id="1734" name="Google Shape;1734;p27"/>
            <p:cNvGrpSpPr/>
            <p:nvPr/>
          </p:nvGrpSpPr>
          <p:grpSpPr>
            <a:xfrm rot="10800000">
              <a:off x="5628042" y="1226060"/>
              <a:ext cx="2173363" cy="520366"/>
              <a:chOff x="0" y="-47625"/>
              <a:chExt cx="429306" cy="102789"/>
            </a:xfrm>
          </p:grpSpPr>
          <p:sp>
            <p:nvSpPr>
              <p:cNvPr id="1735" name="Google Shape;1735;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7" name="Google Shape;1737;p27"/>
            <p:cNvGrpSpPr/>
            <p:nvPr/>
          </p:nvGrpSpPr>
          <p:grpSpPr>
            <a:xfrm rot="10800000">
              <a:off x="3056328" y="1226060"/>
              <a:ext cx="2173363" cy="520366"/>
              <a:chOff x="0" y="-47625"/>
              <a:chExt cx="429306" cy="102789"/>
            </a:xfrm>
          </p:grpSpPr>
          <p:sp>
            <p:nvSpPr>
              <p:cNvPr id="1738" name="Google Shape;1738;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0" name="Google Shape;1740;p27"/>
            <p:cNvGrpSpPr/>
            <p:nvPr/>
          </p:nvGrpSpPr>
          <p:grpSpPr>
            <a:xfrm rot="10800000">
              <a:off x="4282709" y="409897"/>
              <a:ext cx="2173363" cy="520366"/>
              <a:chOff x="0" y="-47625"/>
              <a:chExt cx="429306" cy="102789"/>
            </a:xfrm>
          </p:grpSpPr>
          <p:sp>
            <p:nvSpPr>
              <p:cNvPr id="1741" name="Google Shape;1741;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3" name="Google Shape;1743;p27"/>
            <p:cNvGrpSpPr/>
            <p:nvPr/>
          </p:nvGrpSpPr>
          <p:grpSpPr>
            <a:xfrm rot="10800000">
              <a:off x="1969647" y="421320"/>
              <a:ext cx="2173363" cy="520366"/>
              <a:chOff x="0" y="-47625"/>
              <a:chExt cx="429306" cy="102789"/>
            </a:xfrm>
          </p:grpSpPr>
          <p:sp>
            <p:nvSpPr>
              <p:cNvPr id="1744" name="Google Shape;1744;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6" name="Google Shape;1746;p27"/>
            <p:cNvGrpSpPr/>
            <p:nvPr/>
          </p:nvGrpSpPr>
          <p:grpSpPr>
            <a:xfrm rot="10800000">
              <a:off x="1295725" y="1226060"/>
              <a:ext cx="1191036" cy="520366"/>
              <a:chOff x="0" y="-47625"/>
              <a:chExt cx="235266" cy="102789"/>
            </a:xfrm>
          </p:grpSpPr>
          <p:sp>
            <p:nvSpPr>
              <p:cNvPr id="1747" name="Google Shape;1747;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9" name="Google Shape;1749;p27"/>
            <p:cNvGrpSpPr/>
            <p:nvPr/>
          </p:nvGrpSpPr>
          <p:grpSpPr>
            <a:xfrm rot="10800000">
              <a:off x="0" y="421320"/>
              <a:ext cx="1191036" cy="520366"/>
              <a:chOff x="0" y="-47625"/>
              <a:chExt cx="235266" cy="102789"/>
            </a:xfrm>
          </p:grpSpPr>
          <p:sp>
            <p:nvSpPr>
              <p:cNvPr id="1750" name="Google Shape;1750;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2" name="Google Shape;1752;p27"/>
            <p:cNvGrpSpPr/>
            <p:nvPr/>
          </p:nvGrpSpPr>
          <p:grpSpPr>
            <a:xfrm rot="10800000">
              <a:off x="6598946" y="421320"/>
              <a:ext cx="1202459" cy="497523"/>
              <a:chOff x="0" y="-47625"/>
              <a:chExt cx="237523" cy="98276"/>
            </a:xfrm>
          </p:grpSpPr>
          <p:sp>
            <p:nvSpPr>
              <p:cNvPr id="1753" name="Google Shape;1753;p2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7"/>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5" name="Google Shape;1755;p27"/>
            <p:cNvGrpSpPr/>
            <p:nvPr/>
          </p:nvGrpSpPr>
          <p:grpSpPr>
            <a:xfrm rot="10800000">
              <a:off x="3423955" y="819795"/>
              <a:ext cx="4377449" cy="520366"/>
              <a:chOff x="0" y="-47625"/>
              <a:chExt cx="864681" cy="102789"/>
            </a:xfrm>
          </p:grpSpPr>
          <p:sp>
            <p:nvSpPr>
              <p:cNvPr id="1756" name="Google Shape;1756;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8" name="Google Shape;1758;p27"/>
            <p:cNvGrpSpPr/>
            <p:nvPr/>
          </p:nvGrpSpPr>
          <p:grpSpPr>
            <a:xfrm rot="10800000">
              <a:off x="3423955" y="0"/>
              <a:ext cx="4377449" cy="520366"/>
              <a:chOff x="0" y="-47625"/>
              <a:chExt cx="864681" cy="102789"/>
            </a:xfrm>
          </p:grpSpPr>
          <p:sp>
            <p:nvSpPr>
              <p:cNvPr id="1759" name="Google Shape;1759;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761" name="Google Shape;1761;p27"/>
          <p:cNvPicPr preferRelativeResize="0"/>
          <p:nvPr/>
        </p:nvPicPr>
        <p:blipFill>
          <a:blip r:embed="rId4">
            <a:alphaModFix/>
          </a:blip>
          <a:stretch>
            <a:fillRect/>
          </a:stretch>
        </p:blipFill>
        <p:spPr>
          <a:xfrm>
            <a:off x="1028700" y="3023657"/>
            <a:ext cx="9824100" cy="6537193"/>
          </a:xfrm>
          <a:prstGeom prst="rect">
            <a:avLst/>
          </a:prstGeom>
          <a:noFill/>
          <a:ln>
            <a:noFill/>
          </a:ln>
        </p:spPr>
      </p:pic>
    </p:spTree>
  </p:cSld>
  <p:clrMapOvr>
    <a:masterClrMapping/>
  </p:clrMapOvr>
</p:sld>
</file>

<file path=ppt/theme/theme1.xml><?xml version="1.0" encoding="utf-8"?>
<a:theme xmlns:a="http://schemas.openxmlformats.org/drawingml/2006/main" name="Programming Lesson Presentation">
  <a:themeElements>
    <a:clrScheme name="Office">
      <a:dk1>
        <a:srgbClr val="000000"/>
      </a:dk1>
      <a:lt1>
        <a:srgbClr val="FFFFFF"/>
      </a:lt1>
      <a:dk2>
        <a:srgbClr val="888888"/>
      </a:dk2>
      <a:lt2>
        <a:srgbClr val="A6A6A6"/>
      </a:lt2>
      <a:accent1>
        <a:srgbClr val="BBBBBB"/>
      </a:accent1>
      <a:accent2>
        <a:srgbClr val="E9E9E9"/>
      </a:accent2>
      <a:accent3>
        <a:srgbClr val="F6836B"/>
      </a:accent3>
      <a:accent4>
        <a:srgbClr val="ED7843"/>
      </a:accent4>
      <a:accent5>
        <a:srgbClr val="FFFEF8"/>
      </a:accent5>
      <a:accent6>
        <a:srgbClr val="5EC9CC"/>
      </a:accent6>
      <a:hlink>
        <a:srgbClr val="FF4F63"/>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27</Slides>
  <Notes>13</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Programming Lesson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Billing Records</vt:lpstr>
      <vt:lpstr>0202  Billing Records  </vt:lpstr>
      <vt:lpstr>PowerPoint Presentation</vt:lpstr>
      <vt:lpstr> </vt:lpstr>
      <vt:lpstr>PowerPoint Presentation</vt:lpstr>
      <vt:lpstr>PowerPoint Presentation</vt:lpstr>
      <vt:lpstr>PowerPoint Presentation</vt:lpstr>
      <vt:lpstr>PowerPoint Presentation</vt:lpstr>
      <vt:lpstr>PowerPoint Presentation</vt:lpstr>
      <vt:lpstr>Limitations</vt:lpstr>
      <vt:lpstr>Limitations</vt:lpstr>
      <vt:lpstr>Limitations</vt:lpstr>
      <vt:lpstr>Future Scope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Mahmudur Limon</dc:creator>
  <cp:revision>9</cp:revision>
  <dcterms:modified xsi:type="dcterms:W3CDTF">2024-10-28T02:54:33Z</dcterms:modified>
</cp:coreProperties>
</file>